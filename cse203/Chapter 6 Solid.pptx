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64" r:id="rId3"/>
    <p:sldId id="262" r:id="rId4"/>
    <p:sldId id="265" r:id="rId5"/>
    <p:sldId id="257" r:id="rId6"/>
    <p:sldId id="263" r:id="rId7"/>
    <p:sldId id="258" r:id="rId8"/>
    <p:sldId id="267" r:id="rId9"/>
    <p:sldId id="268" r:id="rId10"/>
    <p:sldId id="266" r:id="rId11"/>
    <p:sldId id="269" r:id="rId12"/>
    <p:sldId id="274" r:id="rId13"/>
    <p:sldId id="281" r:id="rId14"/>
    <p:sldId id="282" r:id="rId15"/>
    <p:sldId id="283" r:id="rId16"/>
    <p:sldId id="284" r:id="rId17"/>
    <p:sldId id="275" r:id="rId18"/>
    <p:sldId id="276" r:id="rId19"/>
    <p:sldId id="290" r:id="rId20"/>
    <p:sldId id="286" r:id="rId21"/>
    <p:sldId id="287" r:id="rId22"/>
    <p:sldId id="288" r:id="rId23"/>
    <p:sldId id="289" r:id="rId24"/>
    <p:sldId id="303" r:id="rId25"/>
    <p:sldId id="304" r:id="rId26"/>
    <p:sldId id="273" r:id="rId27"/>
    <p:sldId id="259" r:id="rId28"/>
    <p:sldId id="291" r:id="rId29"/>
    <p:sldId id="292" r:id="rId30"/>
    <p:sldId id="271" r:id="rId31"/>
    <p:sldId id="293" r:id="rId32"/>
    <p:sldId id="294" r:id="rId33"/>
    <p:sldId id="260" r:id="rId34"/>
    <p:sldId id="295" r:id="rId35"/>
    <p:sldId id="296" r:id="rId36"/>
    <p:sldId id="297" r:id="rId37"/>
    <p:sldId id="272" r:id="rId38"/>
    <p:sldId id="298" r:id="rId39"/>
    <p:sldId id="299" r:id="rId40"/>
    <p:sldId id="261" r:id="rId41"/>
    <p:sldId id="301" r:id="rId42"/>
    <p:sldId id="302"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229743-66AB-4810-9ED2-153A3C7E6A8A}" v="57" dt="2024-11-16T03:53:04.7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en Nguyen" userId="ed77cc8591eb2ea7" providerId="LiveId" clId="{AE229743-66AB-4810-9ED2-153A3C7E6A8A}"/>
    <pc:docChg chg="undo custSel addSld delSld modSld sldOrd modMainMaster">
      <pc:chgData name="Tien Nguyen" userId="ed77cc8591eb2ea7" providerId="LiveId" clId="{AE229743-66AB-4810-9ED2-153A3C7E6A8A}" dt="2024-11-16T03:53:57.214" v="882" actId="1076"/>
      <pc:docMkLst>
        <pc:docMk/>
      </pc:docMkLst>
      <pc:sldChg chg="modSp">
        <pc:chgData name="Tien Nguyen" userId="ed77cc8591eb2ea7" providerId="LiveId" clId="{AE229743-66AB-4810-9ED2-153A3C7E6A8A}" dt="2024-11-15T02:27:05.387" v="142"/>
        <pc:sldMkLst>
          <pc:docMk/>
          <pc:sldMk cId="3837124913" sldId="256"/>
        </pc:sldMkLst>
        <pc:spChg chg="mod">
          <ac:chgData name="Tien Nguyen" userId="ed77cc8591eb2ea7" providerId="LiveId" clId="{AE229743-66AB-4810-9ED2-153A3C7E6A8A}" dt="2024-11-15T02:27:05.387" v="142"/>
          <ac:spMkLst>
            <pc:docMk/>
            <pc:sldMk cId="3837124913" sldId="256"/>
            <ac:spMk id="2" creationId="{0DEF1757-9814-54ED-F0BA-C6D025DDEDC0}"/>
          </ac:spMkLst>
        </pc:spChg>
        <pc:spChg chg="mod">
          <ac:chgData name="Tien Nguyen" userId="ed77cc8591eb2ea7" providerId="LiveId" clId="{AE229743-66AB-4810-9ED2-153A3C7E6A8A}" dt="2024-11-15T02:27:05.387" v="142"/>
          <ac:spMkLst>
            <pc:docMk/>
            <pc:sldMk cId="3837124913" sldId="256"/>
            <ac:spMk id="3" creationId="{E00A1C33-D3F7-9518-7188-18DBCC0624F9}"/>
          </ac:spMkLst>
        </pc:spChg>
      </pc:sldChg>
      <pc:sldChg chg="modSp mod">
        <pc:chgData name="Tien Nguyen" userId="ed77cc8591eb2ea7" providerId="LiveId" clId="{AE229743-66AB-4810-9ED2-153A3C7E6A8A}" dt="2024-11-15T02:28:32.169" v="158" actId="20577"/>
        <pc:sldMkLst>
          <pc:docMk/>
          <pc:sldMk cId="3672167818" sldId="257"/>
        </pc:sldMkLst>
        <pc:spChg chg="mod">
          <ac:chgData name="Tien Nguyen" userId="ed77cc8591eb2ea7" providerId="LiveId" clId="{AE229743-66AB-4810-9ED2-153A3C7E6A8A}" dt="2024-11-15T02:27:05.387" v="142"/>
          <ac:spMkLst>
            <pc:docMk/>
            <pc:sldMk cId="3672167818" sldId="257"/>
            <ac:spMk id="2" creationId="{D098CAAE-EADD-F2B3-A89E-B22012D80C83}"/>
          </ac:spMkLst>
        </pc:spChg>
        <pc:spChg chg="mod">
          <ac:chgData name="Tien Nguyen" userId="ed77cc8591eb2ea7" providerId="LiveId" clId="{AE229743-66AB-4810-9ED2-153A3C7E6A8A}" dt="2024-11-15T02:28:32.169" v="158" actId="20577"/>
          <ac:spMkLst>
            <pc:docMk/>
            <pc:sldMk cId="3672167818" sldId="257"/>
            <ac:spMk id="3" creationId="{EBC41BD1-AD1D-1FE7-19F6-360715A8F58A}"/>
          </ac:spMkLst>
        </pc:spChg>
      </pc:sldChg>
      <pc:sldChg chg="modSp mod">
        <pc:chgData name="Tien Nguyen" userId="ed77cc8591eb2ea7" providerId="LiveId" clId="{AE229743-66AB-4810-9ED2-153A3C7E6A8A}" dt="2024-11-15T02:32:38.650" v="178" actId="6549"/>
        <pc:sldMkLst>
          <pc:docMk/>
          <pc:sldMk cId="1414417089" sldId="258"/>
        </pc:sldMkLst>
        <pc:spChg chg="mod">
          <ac:chgData name="Tien Nguyen" userId="ed77cc8591eb2ea7" providerId="LiveId" clId="{AE229743-66AB-4810-9ED2-153A3C7E6A8A}" dt="2024-11-15T02:27:05.387" v="142"/>
          <ac:spMkLst>
            <pc:docMk/>
            <pc:sldMk cId="1414417089" sldId="258"/>
            <ac:spMk id="2" creationId="{D098CAAE-EADD-F2B3-A89E-B22012D80C83}"/>
          </ac:spMkLst>
        </pc:spChg>
        <pc:spChg chg="mod">
          <ac:chgData name="Tien Nguyen" userId="ed77cc8591eb2ea7" providerId="LiveId" clId="{AE229743-66AB-4810-9ED2-153A3C7E6A8A}" dt="2024-11-15T02:32:38.650" v="178" actId="6549"/>
          <ac:spMkLst>
            <pc:docMk/>
            <pc:sldMk cId="1414417089" sldId="258"/>
            <ac:spMk id="3" creationId="{EBC41BD1-AD1D-1FE7-19F6-360715A8F58A}"/>
          </ac:spMkLst>
        </pc:spChg>
      </pc:sldChg>
      <pc:sldChg chg="modSp mod">
        <pc:chgData name="Tien Nguyen" userId="ed77cc8591eb2ea7" providerId="LiveId" clId="{AE229743-66AB-4810-9ED2-153A3C7E6A8A}" dt="2024-11-15T04:03:07.635" v="298" actId="6549"/>
        <pc:sldMkLst>
          <pc:docMk/>
          <pc:sldMk cId="3579174773" sldId="259"/>
        </pc:sldMkLst>
        <pc:spChg chg="mod">
          <ac:chgData name="Tien Nguyen" userId="ed77cc8591eb2ea7" providerId="LiveId" clId="{AE229743-66AB-4810-9ED2-153A3C7E6A8A}" dt="2024-11-15T02:27:05.387" v="142"/>
          <ac:spMkLst>
            <pc:docMk/>
            <pc:sldMk cId="3579174773" sldId="259"/>
            <ac:spMk id="2" creationId="{3FFC879D-4813-0AA4-7849-3F85B1E67409}"/>
          </ac:spMkLst>
        </pc:spChg>
        <pc:spChg chg="mod">
          <ac:chgData name="Tien Nguyen" userId="ed77cc8591eb2ea7" providerId="LiveId" clId="{AE229743-66AB-4810-9ED2-153A3C7E6A8A}" dt="2024-11-15T04:03:07.635" v="298" actId="6549"/>
          <ac:spMkLst>
            <pc:docMk/>
            <pc:sldMk cId="3579174773" sldId="259"/>
            <ac:spMk id="3" creationId="{3E470283-41D1-BE61-7C6E-9324656EA8A2}"/>
          </ac:spMkLst>
        </pc:spChg>
      </pc:sldChg>
      <pc:sldChg chg="modSp mod">
        <pc:chgData name="Tien Nguyen" userId="ed77cc8591eb2ea7" providerId="LiveId" clId="{AE229743-66AB-4810-9ED2-153A3C7E6A8A}" dt="2024-11-15T04:03:28.542" v="304" actId="6549"/>
        <pc:sldMkLst>
          <pc:docMk/>
          <pc:sldMk cId="3281186414" sldId="260"/>
        </pc:sldMkLst>
        <pc:spChg chg="mod">
          <ac:chgData name="Tien Nguyen" userId="ed77cc8591eb2ea7" providerId="LiveId" clId="{AE229743-66AB-4810-9ED2-153A3C7E6A8A}" dt="2024-11-15T02:27:05.387" v="142"/>
          <ac:spMkLst>
            <pc:docMk/>
            <pc:sldMk cId="3281186414" sldId="260"/>
            <ac:spMk id="2" creationId="{3FFC879D-4813-0AA4-7849-3F85B1E67409}"/>
          </ac:spMkLst>
        </pc:spChg>
        <pc:spChg chg="mod">
          <ac:chgData name="Tien Nguyen" userId="ed77cc8591eb2ea7" providerId="LiveId" clId="{AE229743-66AB-4810-9ED2-153A3C7E6A8A}" dt="2024-11-15T04:03:28.542" v="304" actId="6549"/>
          <ac:spMkLst>
            <pc:docMk/>
            <pc:sldMk cId="3281186414" sldId="260"/>
            <ac:spMk id="3" creationId="{3E470283-41D1-BE61-7C6E-9324656EA8A2}"/>
          </ac:spMkLst>
        </pc:spChg>
      </pc:sldChg>
      <pc:sldChg chg="modSp mod">
        <pc:chgData name="Tien Nguyen" userId="ed77cc8591eb2ea7" providerId="LiveId" clId="{AE229743-66AB-4810-9ED2-153A3C7E6A8A}" dt="2024-11-15T04:03:55.728" v="314" actId="20577"/>
        <pc:sldMkLst>
          <pc:docMk/>
          <pc:sldMk cId="1469417398" sldId="261"/>
        </pc:sldMkLst>
        <pc:spChg chg="mod">
          <ac:chgData name="Tien Nguyen" userId="ed77cc8591eb2ea7" providerId="LiveId" clId="{AE229743-66AB-4810-9ED2-153A3C7E6A8A}" dt="2024-11-15T02:27:05.387" v="142"/>
          <ac:spMkLst>
            <pc:docMk/>
            <pc:sldMk cId="1469417398" sldId="261"/>
            <ac:spMk id="2" creationId="{3FFC879D-4813-0AA4-7849-3F85B1E67409}"/>
          </ac:spMkLst>
        </pc:spChg>
        <pc:spChg chg="mod">
          <ac:chgData name="Tien Nguyen" userId="ed77cc8591eb2ea7" providerId="LiveId" clId="{AE229743-66AB-4810-9ED2-153A3C7E6A8A}" dt="2024-11-15T04:03:55.728" v="314" actId="20577"/>
          <ac:spMkLst>
            <pc:docMk/>
            <pc:sldMk cId="1469417398" sldId="261"/>
            <ac:spMk id="3" creationId="{3E470283-41D1-BE61-7C6E-9324656EA8A2}"/>
          </ac:spMkLst>
        </pc:spChg>
      </pc:sldChg>
      <pc:sldChg chg="modSp add mod ord">
        <pc:chgData name="Tien Nguyen" userId="ed77cc8591eb2ea7" providerId="LiveId" clId="{AE229743-66AB-4810-9ED2-153A3C7E6A8A}" dt="2024-11-15T02:27:05.387" v="142"/>
        <pc:sldMkLst>
          <pc:docMk/>
          <pc:sldMk cId="2226364242" sldId="262"/>
        </pc:sldMkLst>
        <pc:spChg chg="mod">
          <ac:chgData name="Tien Nguyen" userId="ed77cc8591eb2ea7" providerId="LiveId" clId="{AE229743-66AB-4810-9ED2-153A3C7E6A8A}" dt="2024-11-15T02:27:05.387" v="142"/>
          <ac:spMkLst>
            <pc:docMk/>
            <pc:sldMk cId="2226364242" sldId="262"/>
            <ac:spMk id="2" creationId="{384EE426-90A0-AF90-A4ED-91AA95A9938B}"/>
          </ac:spMkLst>
        </pc:spChg>
        <pc:spChg chg="mod">
          <ac:chgData name="Tien Nguyen" userId="ed77cc8591eb2ea7" providerId="LiveId" clId="{AE229743-66AB-4810-9ED2-153A3C7E6A8A}" dt="2024-11-15T02:27:05.387" v="142"/>
          <ac:spMkLst>
            <pc:docMk/>
            <pc:sldMk cId="2226364242" sldId="262"/>
            <ac:spMk id="3" creationId="{C01A9743-D289-2C9B-A000-161BAF2385A6}"/>
          </ac:spMkLst>
        </pc:spChg>
      </pc:sldChg>
      <pc:sldChg chg="addSp delSp modSp add mod">
        <pc:chgData name="Tien Nguyen" userId="ed77cc8591eb2ea7" providerId="LiveId" clId="{AE229743-66AB-4810-9ED2-153A3C7E6A8A}" dt="2024-11-15T02:30:17.148" v="164" actId="1076"/>
        <pc:sldMkLst>
          <pc:docMk/>
          <pc:sldMk cId="1245108949" sldId="263"/>
        </pc:sldMkLst>
        <pc:spChg chg="mod">
          <ac:chgData name="Tien Nguyen" userId="ed77cc8591eb2ea7" providerId="LiveId" clId="{AE229743-66AB-4810-9ED2-153A3C7E6A8A}" dt="2024-11-15T02:27:05.387" v="142"/>
          <ac:spMkLst>
            <pc:docMk/>
            <pc:sldMk cId="1245108949" sldId="263"/>
            <ac:spMk id="2" creationId="{2963CAE2-8F6E-A984-709A-0DA8B366C88F}"/>
          </ac:spMkLst>
        </pc:spChg>
        <pc:spChg chg="mod">
          <ac:chgData name="Tien Nguyen" userId="ed77cc8591eb2ea7" providerId="LiveId" clId="{AE229743-66AB-4810-9ED2-153A3C7E6A8A}" dt="2024-11-15T02:27:05.387" v="142"/>
          <ac:spMkLst>
            <pc:docMk/>
            <pc:sldMk cId="1245108949" sldId="263"/>
            <ac:spMk id="3" creationId="{F7E3D614-4084-8CE7-4CB8-62829C8468FE}"/>
          </ac:spMkLst>
        </pc:spChg>
        <pc:spChg chg="mod">
          <ac:chgData name="Tien Nguyen" userId="ed77cc8591eb2ea7" providerId="LiveId" clId="{AE229743-66AB-4810-9ED2-153A3C7E6A8A}" dt="2024-11-15T02:27:25.405" v="144" actId="1076"/>
          <ac:spMkLst>
            <pc:docMk/>
            <pc:sldMk cId="1245108949" sldId="263"/>
            <ac:spMk id="5" creationId="{2428802A-D7F1-65AF-D696-46B4673E95C3}"/>
          </ac:spMkLst>
        </pc:spChg>
        <pc:spChg chg="mod">
          <ac:chgData name="Tien Nguyen" userId="ed77cc8591eb2ea7" providerId="LiveId" clId="{AE229743-66AB-4810-9ED2-153A3C7E6A8A}" dt="2024-11-15T02:27:25.405" v="144" actId="1076"/>
          <ac:spMkLst>
            <pc:docMk/>
            <pc:sldMk cId="1245108949" sldId="263"/>
            <ac:spMk id="6" creationId="{E59FC6D0-E495-EE33-25B5-267BAA6598F3}"/>
          </ac:spMkLst>
        </pc:spChg>
        <pc:spChg chg="mod">
          <ac:chgData name="Tien Nguyen" userId="ed77cc8591eb2ea7" providerId="LiveId" clId="{AE229743-66AB-4810-9ED2-153A3C7E6A8A}" dt="2024-11-15T02:27:25.405" v="144" actId="1076"/>
          <ac:spMkLst>
            <pc:docMk/>
            <pc:sldMk cId="1245108949" sldId="263"/>
            <ac:spMk id="7" creationId="{7B5FC482-2C16-3183-773B-705F4C1ED753}"/>
          </ac:spMkLst>
        </pc:spChg>
        <pc:spChg chg="mod">
          <ac:chgData name="Tien Nguyen" userId="ed77cc8591eb2ea7" providerId="LiveId" clId="{AE229743-66AB-4810-9ED2-153A3C7E6A8A}" dt="2024-11-15T02:27:25.405" v="144" actId="1076"/>
          <ac:spMkLst>
            <pc:docMk/>
            <pc:sldMk cId="1245108949" sldId="263"/>
            <ac:spMk id="9" creationId="{D69CD04D-4E13-E03A-2AAE-A31AFA4330F4}"/>
          </ac:spMkLst>
        </pc:spChg>
        <pc:spChg chg="mod">
          <ac:chgData name="Tien Nguyen" userId="ed77cc8591eb2ea7" providerId="LiveId" clId="{AE229743-66AB-4810-9ED2-153A3C7E6A8A}" dt="2024-11-15T02:27:25.405" v="144" actId="1076"/>
          <ac:spMkLst>
            <pc:docMk/>
            <pc:sldMk cId="1245108949" sldId="263"/>
            <ac:spMk id="10" creationId="{0302160A-9587-D1EB-9013-BAE07789F018}"/>
          </ac:spMkLst>
        </pc:spChg>
        <pc:spChg chg="mod">
          <ac:chgData name="Tien Nguyen" userId="ed77cc8591eb2ea7" providerId="LiveId" clId="{AE229743-66AB-4810-9ED2-153A3C7E6A8A}" dt="2024-11-15T02:27:25.405" v="144" actId="1076"/>
          <ac:spMkLst>
            <pc:docMk/>
            <pc:sldMk cId="1245108949" sldId="263"/>
            <ac:spMk id="11" creationId="{88AB24F2-A285-F9CE-E9D9-982DB825D8C4}"/>
          </ac:spMkLst>
        </pc:spChg>
        <pc:spChg chg="mod">
          <ac:chgData name="Tien Nguyen" userId="ed77cc8591eb2ea7" providerId="LiveId" clId="{AE229743-66AB-4810-9ED2-153A3C7E6A8A}" dt="2024-11-15T02:27:25.405" v="144" actId="1076"/>
          <ac:spMkLst>
            <pc:docMk/>
            <pc:sldMk cId="1245108949" sldId="263"/>
            <ac:spMk id="21" creationId="{A26BAB0D-15C3-CC45-426A-6C691E74B20A}"/>
          </ac:spMkLst>
        </pc:spChg>
        <pc:spChg chg="mod">
          <ac:chgData name="Tien Nguyen" userId="ed77cc8591eb2ea7" providerId="LiveId" clId="{AE229743-66AB-4810-9ED2-153A3C7E6A8A}" dt="2024-11-15T02:27:25.405" v="144" actId="1076"/>
          <ac:spMkLst>
            <pc:docMk/>
            <pc:sldMk cId="1245108949" sldId="263"/>
            <ac:spMk id="22" creationId="{B26C295D-F55F-1C7B-328C-3B69519F4DDC}"/>
          </ac:spMkLst>
        </pc:spChg>
        <pc:spChg chg="mod">
          <ac:chgData name="Tien Nguyen" userId="ed77cc8591eb2ea7" providerId="LiveId" clId="{AE229743-66AB-4810-9ED2-153A3C7E6A8A}" dt="2024-11-15T02:27:25.405" v="144" actId="1076"/>
          <ac:spMkLst>
            <pc:docMk/>
            <pc:sldMk cId="1245108949" sldId="263"/>
            <ac:spMk id="23" creationId="{C10764F1-EDB1-1C88-838C-132657529657}"/>
          </ac:spMkLst>
        </pc:spChg>
        <pc:spChg chg="mod">
          <ac:chgData name="Tien Nguyen" userId="ed77cc8591eb2ea7" providerId="LiveId" clId="{AE229743-66AB-4810-9ED2-153A3C7E6A8A}" dt="2024-11-15T02:27:25.405" v="144" actId="1076"/>
          <ac:spMkLst>
            <pc:docMk/>
            <pc:sldMk cId="1245108949" sldId="263"/>
            <ac:spMk id="24" creationId="{5B0646EA-881F-0AF7-E036-71DDE4BD0A2B}"/>
          </ac:spMkLst>
        </pc:spChg>
        <pc:spChg chg="mod">
          <ac:chgData name="Tien Nguyen" userId="ed77cc8591eb2ea7" providerId="LiveId" clId="{AE229743-66AB-4810-9ED2-153A3C7E6A8A}" dt="2024-11-15T02:27:25.405" v="144" actId="1076"/>
          <ac:spMkLst>
            <pc:docMk/>
            <pc:sldMk cId="1245108949" sldId="263"/>
            <ac:spMk id="25" creationId="{B3902D92-C76C-E786-9F49-E6FAA2742757}"/>
          </ac:spMkLst>
        </pc:spChg>
        <pc:spChg chg="mod">
          <ac:chgData name="Tien Nguyen" userId="ed77cc8591eb2ea7" providerId="LiveId" clId="{AE229743-66AB-4810-9ED2-153A3C7E6A8A}" dt="2024-11-15T02:27:25.405" v="144" actId="1076"/>
          <ac:spMkLst>
            <pc:docMk/>
            <pc:sldMk cId="1245108949" sldId="263"/>
            <ac:spMk id="26" creationId="{0C331F8C-941B-3C83-16AC-CDE49078096B}"/>
          </ac:spMkLst>
        </pc:spChg>
        <pc:spChg chg="mod">
          <ac:chgData name="Tien Nguyen" userId="ed77cc8591eb2ea7" providerId="LiveId" clId="{AE229743-66AB-4810-9ED2-153A3C7E6A8A}" dt="2024-11-15T02:27:25.405" v="144" actId="1076"/>
          <ac:spMkLst>
            <pc:docMk/>
            <pc:sldMk cId="1245108949" sldId="263"/>
            <ac:spMk id="27" creationId="{91633A03-C711-B64B-5A31-EE79A786510A}"/>
          </ac:spMkLst>
        </pc:spChg>
        <pc:spChg chg="mod">
          <ac:chgData name="Tien Nguyen" userId="ed77cc8591eb2ea7" providerId="LiveId" clId="{AE229743-66AB-4810-9ED2-153A3C7E6A8A}" dt="2024-11-15T02:27:25.405" v="144" actId="1076"/>
          <ac:spMkLst>
            <pc:docMk/>
            <pc:sldMk cId="1245108949" sldId="263"/>
            <ac:spMk id="28" creationId="{18AD5183-730C-4AAF-FDFB-6D37CAFF71FC}"/>
          </ac:spMkLst>
        </pc:spChg>
        <pc:spChg chg="mod">
          <ac:chgData name="Tien Nguyen" userId="ed77cc8591eb2ea7" providerId="LiveId" clId="{AE229743-66AB-4810-9ED2-153A3C7E6A8A}" dt="2024-11-15T02:27:25.405" v="144" actId="1076"/>
          <ac:spMkLst>
            <pc:docMk/>
            <pc:sldMk cId="1245108949" sldId="263"/>
            <ac:spMk id="29" creationId="{D99B4763-D8FE-7C91-CBEF-20AC29FAF5C6}"/>
          </ac:spMkLst>
        </pc:spChg>
        <pc:spChg chg="mod">
          <ac:chgData name="Tien Nguyen" userId="ed77cc8591eb2ea7" providerId="LiveId" clId="{AE229743-66AB-4810-9ED2-153A3C7E6A8A}" dt="2024-11-15T02:27:25.405" v="144" actId="1076"/>
          <ac:spMkLst>
            <pc:docMk/>
            <pc:sldMk cId="1245108949" sldId="263"/>
            <ac:spMk id="30" creationId="{9E903C07-F586-C584-AE0F-CD135F02E647}"/>
          </ac:spMkLst>
        </pc:spChg>
        <pc:spChg chg="mod">
          <ac:chgData name="Tien Nguyen" userId="ed77cc8591eb2ea7" providerId="LiveId" clId="{AE229743-66AB-4810-9ED2-153A3C7E6A8A}" dt="2024-11-15T02:27:25.405" v="144" actId="1076"/>
          <ac:spMkLst>
            <pc:docMk/>
            <pc:sldMk cId="1245108949" sldId="263"/>
            <ac:spMk id="31" creationId="{1C15387F-B25F-BA9C-FB9E-2388FB051E32}"/>
          </ac:spMkLst>
        </pc:spChg>
        <pc:spChg chg="mod">
          <ac:chgData name="Tien Nguyen" userId="ed77cc8591eb2ea7" providerId="LiveId" clId="{AE229743-66AB-4810-9ED2-153A3C7E6A8A}" dt="2024-11-15T02:27:25.405" v="144" actId="1076"/>
          <ac:spMkLst>
            <pc:docMk/>
            <pc:sldMk cId="1245108949" sldId="263"/>
            <ac:spMk id="32" creationId="{85245376-8DCC-3553-72C8-AED3BFDF771A}"/>
          </ac:spMkLst>
        </pc:spChg>
        <pc:spChg chg="mod">
          <ac:chgData name="Tien Nguyen" userId="ed77cc8591eb2ea7" providerId="LiveId" clId="{AE229743-66AB-4810-9ED2-153A3C7E6A8A}" dt="2024-11-15T02:27:25.405" v="144" actId="1076"/>
          <ac:spMkLst>
            <pc:docMk/>
            <pc:sldMk cId="1245108949" sldId="263"/>
            <ac:spMk id="33" creationId="{A33F5450-32A3-A329-378D-C8E7C8774818}"/>
          </ac:spMkLst>
        </pc:spChg>
        <pc:spChg chg="mod">
          <ac:chgData name="Tien Nguyen" userId="ed77cc8591eb2ea7" providerId="LiveId" clId="{AE229743-66AB-4810-9ED2-153A3C7E6A8A}" dt="2024-11-15T02:27:25.405" v="144" actId="1076"/>
          <ac:spMkLst>
            <pc:docMk/>
            <pc:sldMk cId="1245108949" sldId="263"/>
            <ac:spMk id="34" creationId="{4E48D9DC-0910-E010-394F-AC588A6EBC77}"/>
          </ac:spMkLst>
        </pc:spChg>
        <pc:spChg chg="mod">
          <ac:chgData name="Tien Nguyen" userId="ed77cc8591eb2ea7" providerId="LiveId" clId="{AE229743-66AB-4810-9ED2-153A3C7E6A8A}" dt="2024-11-15T02:27:25.405" v="144" actId="1076"/>
          <ac:spMkLst>
            <pc:docMk/>
            <pc:sldMk cId="1245108949" sldId="263"/>
            <ac:spMk id="35" creationId="{D7B6EE6C-7F4F-7A0C-3BAE-46F5FAD15D42}"/>
          </ac:spMkLst>
        </pc:spChg>
        <pc:spChg chg="mod">
          <ac:chgData name="Tien Nguyen" userId="ed77cc8591eb2ea7" providerId="LiveId" clId="{AE229743-66AB-4810-9ED2-153A3C7E6A8A}" dt="2024-11-15T02:27:25.405" v="144" actId="1076"/>
          <ac:spMkLst>
            <pc:docMk/>
            <pc:sldMk cId="1245108949" sldId="263"/>
            <ac:spMk id="36" creationId="{5A4EF4A1-DB0F-4FA2-9E08-157B6A18264A}"/>
          </ac:spMkLst>
        </pc:spChg>
        <pc:spChg chg="mod">
          <ac:chgData name="Tien Nguyen" userId="ed77cc8591eb2ea7" providerId="LiveId" clId="{AE229743-66AB-4810-9ED2-153A3C7E6A8A}" dt="2024-11-15T02:27:25.405" v="144" actId="1076"/>
          <ac:spMkLst>
            <pc:docMk/>
            <pc:sldMk cId="1245108949" sldId="263"/>
            <ac:spMk id="37" creationId="{7BE82276-1971-5186-CD18-F8213084F31E}"/>
          </ac:spMkLst>
        </pc:spChg>
        <pc:spChg chg="mod">
          <ac:chgData name="Tien Nguyen" userId="ed77cc8591eb2ea7" providerId="LiveId" clId="{AE229743-66AB-4810-9ED2-153A3C7E6A8A}" dt="2024-11-15T02:27:25.405" v="144" actId="1076"/>
          <ac:spMkLst>
            <pc:docMk/>
            <pc:sldMk cId="1245108949" sldId="263"/>
            <ac:spMk id="38" creationId="{3C8D1216-57D0-0291-83F0-F962A68CD439}"/>
          </ac:spMkLst>
        </pc:spChg>
        <pc:spChg chg="mod">
          <ac:chgData name="Tien Nguyen" userId="ed77cc8591eb2ea7" providerId="LiveId" clId="{AE229743-66AB-4810-9ED2-153A3C7E6A8A}" dt="2024-11-15T02:27:25.405" v="144" actId="1076"/>
          <ac:spMkLst>
            <pc:docMk/>
            <pc:sldMk cId="1245108949" sldId="263"/>
            <ac:spMk id="41" creationId="{80FEC02F-A5E3-9824-8006-4746FCB567E9}"/>
          </ac:spMkLst>
        </pc:spChg>
        <pc:spChg chg="mod">
          <ac:chgData name="Tien Nguyen" userId="ed77cc8591eb2ea7" providerId="LiveId" clId="{AE229743-66AB-4810-9ED2-153A3C7E6A8A}" dt="2024-11-15T02:27:25.405" v="144" actId="1076"/>
          <ac:spMkLst>
            <pc:docMk/>
            <pc:sldMk cId="1245108949" sldId="263"/>
            <ac:spMk id="43" creationId="{71418ACF-FBD0-027F-15AD-E6280CBA0740}"/>
          </ac:spMkLst>
        </pc:spChg>
        <pc:spChg chg="mod">
          <ac:chgData name="Tien Nguyen" userId="ed77cc8591eb2ea7" providerId="LiveId" clId="{AE229743-66AB-4810-9ED2-153A3C7E6A8A}" dt="2024-11-15T02:27:25.405" v="144" actId="1076"/>
          <ac:spMkLst>
            <pc:docMk/>
            <pc:sldMk cId="1245108949" sldId="263"/>
            <ac:spMk id="44" creationId="{8ECE8A40-679A-E2F8-D646-25010266DD36}"/>
          </ac:spMkLst>
        </pc:spChg>
        <pc:spChg chg="mod">
          <ac:chgData name="Tien Nguyen" userId="ed77cc8591eb2ea7" providerId="LiveId" clId="{AE229743-66AB-4810-9ED2-153A3C7E6A8A}" dt="2024-11-15T02:27:25.405" v="144" actId="1076"/>
          <ac:spMkLst>
            <pc:docMk/>
            <pc:sldMk cId="1245108949" sldId="263"/>
            <ac:spMk id="45" creationId="{14B4A153-6DD9-BC0D-3B8B-B668D4C111D4}"/>
          </ac:spMkLst>
        </pc:spChg>
        <pc:spChg chg="mod">
          <ac:chgData name="Tien Nguyen" userId="ed77cc8591eb2ea7" providerId="LiveId" clId="{AE229743-66AB-4810-9ED2-153A3C7E6A8A}" dt="2024-11-15T02:27:25.405" v="144" actId="1076"/>
          <ac:spMkLst>
            <pc:docMk/>
            <pc:sldMk cId="1245108949" sldId="263"/>
            <ac:spMk id="46" creationId="{4AC33CF8-5E3C-7904-BD17-588E44B4ECC5}"/>
          </ac:spMkLst>
        </pc:spChg>
        <pc:spChg chg="mod">
          <ac:chgData name="Tien Nguyen" userId="ed77cc8591eb2ea7" providerId="LiveId" clId="{AE229743-66AB-4810-9ED2-153A3C7E6A8A}" dt="2024-11-15T02:27:25.405" v="144" actId="1076"/>
          <ac:spMkLst>
            <pc:docMk/>
            <pc:sldMk cId="1245108949" sldId="263"/>
            <ac:spMk id="47" creationId="{A626F886-F5CF-053F-B660-3D99262089F1}"/>
          </ac:spMkLst>
        </pc:spChg>
        <pc:grpChg chg="add del mod">
          <ac:chgData name="Tien Nguyen" userId="ed77cc8591eb2ea7" providerId="LiveId" clId="{AE229743-66AB-4810-9ED2-153A3C7E6A8A}" dt="2024-11-15T02:28:55.322" v="159" actId="478"/>
          <ac:grpSpMkLst>
            <pc:docMk/>
            <pc:sldMk cId="1245108949" sldId="263"/>
            <ac:grpSpMk id="4" creationId="{0A4B995E-D2AA-F3A9-F2D6-26A590B9D2A5}"/>
          </ac:grpSpMkLst>
        </pc:grpChg>
        <pc:grpChg chg="mod">
          <ac:chgData name="Tien Nguyen" userId="ed77cc8591eb2ea7" providerId="LiveId" clId="{AE229743-66AB-4810-9ED2-153A3C7E6A8A}" dt="2024-11-15T02:27:25.405" v="144" actId="1076"/>
          <ac:grpSpMkLst>
            <pc:docMk/>
            <pc:sldMk cId="1245108949" sldId="263"/>
            <ac:grpSpMk id="8" creationId="{08BDC2E3-17C3-1794-F181-A80D02965F5C}"/>
          </ac:grpSpMkLst>
        </pc:grpChg>
        <pc:grpChg chg="mod">
          <ac:chgData name="Tien Nguyen" userId="ed77cc8591eb2ea7" providerId="LiveId" clId="{AE229743-66AB-4810-9ED2-153A3C7E6A8A}" dt="2024-11-15T02:27:25.405" v="144" actId="1076"/>
          <ac:grpSpMkLst>
            <pc:docMk/>
            <pc:sldMk cId="1245108949" sldId="263"/>
            <ac:grpSpMk id="12" creationId="{6834DF3C-30B2-CCF7-F1C4-AABF5AB7C00F}"/>
          </ac:grpSpMkLst>
        </pc:grpChg>
        <pc:grpChg chg="mod">
          <ac:chgData name="Tien Nguyen" userId="ed77cc8591eb2ea7" providerId="LiveId" clId="{AE229743-66AB-4810-9ED2-153A3C7E6A8A}" dt="2024-11-15T02:27:25.405" v="144" actId="1076"/>
          <ac:grpSpMkLst>
            <pc:docMk/>
            <pc:sldMk cId="1245108949" sldId="263"/>
            <ac:grpSpMk id="13" creationId="{0E033141-9ACA-5F81-EA0E-2FBC551BD32E}"/>
          </ac:grpSpMkLst>
        </pc:grpChg>
        <pc:grpChg chg="mod">
          <ac:chgData name="Tien Nguyen" userId="ed77cc8591eb2ea7" providerId="LiveId" clId="{AE229743-66AB-4810-9ED2-153A3C7E6A8A}" dt="2024-11-15T02:27:25.405" v="144" actId="1076"/>
          <ac:grpSpMkLst>
            <pc:docMk/>
            <pc:sldMk cId="1245108949" sldId="263"/>
            <ac:grpSpMk id="14" creationId="{AC2FC0A7-9CFC-4089-6B45-A10624438D81}"/>
          </ac:grpSpMkLst>
        </pc:grpChg>
        <pc:grpChg chg="mod">
          <ac:chgData name="Tien Nguyen" userId="ed77cc8591eb2ea7" providerId="LiveId" clId="{AE229743-66AB-4810-9ED2-153A3C7E6A8A}" dt="2024-11-15T02:27:25.405" v="144" actId="1076"/>
          <ac:grpSpMkLst>
            <pc:docMk/>
            <pc:sldMk cId="1245108949" sldId="263"/>
            <ac:grpSpMk id="15" creationId="{2D07065E-CEDF-B30A-AE64-D35F24959767}"/>
          </ac:grpSpMkLst>
        </pc:grpChg>
        <pc:grpChg chg="mod">
          <ac:chgData name="Tien Nguyen" userId="ed77cc8591eb2ea7" providerId="LiveId" clId="{AE229743-66AB-4810-9ED2-153A3C7E6A8A}" dt="2024-11-15T02:27:25.405" v="144" actId="1076"/>
          <ac:grpSpMkLst>
            <pc:docMk/>
            <pc:sldMk cId="1245108949" sldId="263"/>
            <ac:grpSpMk id="16" creationId="{CAE8B9EF-3DEF-EC69-A7DE-29C71A65397E}"/>
          </ac:grpSpMkLst>
        </pc:grpChg>
        <pc:grpChg chg="mod">
          <ac:chgData name="Tien Nguyen" userId="ed77cc8591eb2ea7" providerId="LiveId" clId="{AE229743-66AB-4810-9ED2-153A3C7E6A8A}" dt="2024-11-15T02:27:25.405" v="144" actId="1076"/>
          <ac:grpSpMkLst>
            <pc:docMk/>
            <pc:sldMk cId="1245108949" sldId="263"/>
            <ac:grpSpMk id="17" creationId="{7F432F8A-220C-E08B-A958-CBF750FC81BA}"/>
          </ac:grpSpMkLst>
        </pc:grpChg>
        <pc:grpChg chg="mod">
          <ac:chgData name="Tien Nguyen" userId="ed77cc8591eb2ea7" providerId="LiveId" clId="{AE229743-66AB-4810-9ED2-153A3C7E6A8A}" dt="2024-11-15T02:27:25.405" v="144" actId="1076"/>
          <ac:grpSpMkLst>
            <pc:docMk/>
            <pc:sldMk cId="1245108949" sldId="263"/>
            <ac:grpSpMk id="18" creationId="{F09BD17F-A85F-25FF-3C2C-DA556EE442CC}"/>
          </ac:grpSpMkLst>
        </pc:grpChg>
        <pc:grpChg chg="mod">
          <ac:chgData name="Tien Nguyen" userId="ed77cc8591eb2ea7" providerId="LiveId" clId="{AE229743-66AB-4810-9ED2-153A3C7E6A8A}" dt="2024-11-15T02:27:25.405" v="144" actId="1076"/>
          <ac:grpSpMkLst>
            <pc:docMk/>
            <pc:sldMk cId="1245108949" sldId="263"/>
            <ac:grpSpMk id="19" creationId="{86E6811D-CBC1-D73D-1CB9-B2CEDFFCA918}"/>
          </ac:grpSpMkLst>
        </pc:grpChg>
        <pc:grpChg chg="mod">
          <ac:chgData name="Tien Nguyen" userId="ed77cc8591eb2ea7" providerId="LiveId" clId="{AE229743-66AB-4810-9ED2-153A3C7E6A8A}" dt="2024-11-15T02:27:25.405" v="144" actId="1076"/>
          <ac:grpSpMkLst>
            <pc:docMk/>
            <pc:sldMk cId="1245108949" sldId="263"/>
            <ac:grpSpMk id="20" creationId="{3ACB6675-318A-9190-430F-54EB40F310E7}"/>
          </ac:grpSpMkLst>
        </pc:grpChg>
        <pc:grpChg chg="add del mod">
          <ac:chgData name="Tien Nguyen" userId="ed77cc8591eb2ea7" providerId="LiveId" clId="{AE229743-66AB-4810-9ED2-153A3C7E6A8A}" dt="2024-11-15T02:28:55.322" v="159" actId="478"/>
          <ac:grpSpMkLst>
            <pc:docMk/>
            <pc:sldMk cId="1245108949" sldId="263"/>
            <ac:grpSpMk id="39" creationId="{AED7E16E-509C-0F79-087B-262A306BDAD5}"/>
          </ac:grpSpMkLst>
        </pc:grpChg>
        <pc:grpChg chg="mod">
          <ac:chgData name="Tien Nguyen" userId="ed77cc8591eb2ea7" providerId="LiveId" clId="{AE229743-66AB-4810-9ED2-153A3C7E6A8A}" dt="2024-11-15T02:27:25.405" v="144" actId="1076"/>
          <ac:grpSpMkLst>
            <pc:docMk/>
            <pc:sldMk cId="1245108949" sldId="263"/>
            <ac:grpSpMk id="40" creationId="{5D683F0F-FFF3-59CD-F291-F6727025319F}"/>
          </ac:grpSpMkLst>
        </pc:grpChg>
        <pc:grpChg chg="mod">
          <ac:chgData name="Tien Nguyen" userId="ed77cc8591eb2ea7" providerId="LiveId" clId="{AE229743-66AB-4810-9ED2-153A3C7E6A8A}" dt="2024-11-15T02:27:25.405" v="144" actId="1076"/>
          <ac:grpSpMkLst>
            <pc:docMk/>
            <pc:sldMk cId="1245108949" sldId="263"/>
            <ac:grpSpMk id="42" creationId="{4790C3C4-BCE8-8DC5-4404-441B8FA2D0A3}"/>
          </ac:grpSpMkLst>
        </pc:grpChg>
        <pc:picChg chg="add mod">
          <ac:chgData name="Tien Nguyen" userId="ed77cc8591eb2ea7" providerId="LiveId" clId="{AE229743-66AB-4810-9ED2-153A3C7E6A8A}" dt="2024-11-15T02:30:17.148" v="164" actId="1076"/>
          <ac:picMkLst>
            <pc:docMk/>
            <pc:sldMk cId="1245108949" sldId="263"/>
            <ac:picMk id="49" creationId="{EF9DB942-A395-A27D-5C3E-A9BCB5D5234E}"/>
          </ac:picMkLst>
        </pc:picChg>
      </pc:sldChg>
      <pc:sldChg chg="modSp new mod">
        <pc:chgData name="Tien Nguyen" userId="ed77cc8591eb2ea7" providerId="LiveId" clId="{AE229743-66AB-4810-9ED2-153A3C7E6A8A}" dt="2024-11-16T03:53:57.214" v="882" actId="1076"/>
        <pc:sldMkLst>
          <pc:docMk/>
          <pc:sldMk cId="4111354193" sldId="264"/>
        </pc:sldMkLst>
        <pc:spChg chg="mod">
          <ac:chgData name="Tien Nguyen" userId="ed77cc8591eb2ea7" providerId="LiveId" clId="{AE229743-66AB-4810-9ED2-153A3C7E6A8A}" dt="2024-11-15T02:27:05.387" v="142"/>
          <ac:spMkLst>
            <pc:docMk/>
            <pc:sldMk cId="4111354193" sldId="264"/>
            <ac:spMk id="2" creationId="{E9C620BF-4886-2875-4B89-6AF949464858}"/>
          </ac:spMkLst>
        </pc:spChg>
        <pc:spChg chg="mod">
          <ac:chgData name="Tien Nguyen" userId="ed77cc8591eb2ea7" providerId="LiveId" clId="{AE229743-66AB-4810-9ED2-153A3C7E6A8A}" dt="2024-11-16T03:53:57.214" v="882" actId="1076"/>
          <ac:spMkLst>
            <pc:docMk/>
            <pc:sldMk cId="4111354193" sldId="264"/>
            <ac:spMk id="3" creationId="{9BED226A-9282-D7C2-67B4-FF89DF4846C4}"/>
          </ac:spMkLst>
        </pc:spChg>
      </pc:sldChg>
      <pc:sldChg chg="addSp modSp add mod">
        <pc:chgData name="Tien Nguyen" userId="ed77cc8591eb2ea7" providerId="LiveId" clId="{AE229743-66AB-4810-9ED2-153A3C7E6A8A}" dt="2024-11-15T02:27:05.387" v="142"/>
        <pc:sldMkLst>
          <pc:docMk/>
          <pc:sldMk cId="938724519" sldId="265"/>
        </pc:sldMkLst>
        <pc:spChg chg="mod">
          <ac:chgData name="Tien Nguyen" userId="ed77cc8591eb2ea7" providerId="LiveId" clId="{AE229743-66AB-4810-9ED2-153A3C7E6A8A}" dt="2024-11-15T02:27:05.387" v="142"/>
          <ac:spMkLst>
            <pc:docMk/>
            <pc:sldMk cId="938724519" sldId="265"/>
            <ac:spMk id="2" creationId="{4532213B-B46A-994A-B92B-8AA12665F7FA}"/>
          </ac:spMkLst>
        </pc:spChg>
        <pc:spChg chg="mod">
          <ac:chgData name="Tien Nguyen" userId="ed77cc8591eb2ea7" providerId="LiveId" clId="{AE229743-66AB-4810-9ED2-153A3C7E6A8A}" dt="2024-11-15T02:27:05.387" v="142"/>
          <ac:spMkLst>
            <pc:docMk/>
            <pc:sldMk cId="938724519" sldId="265"/>
            <ac:spMk id="3" creationId="{2F2E2BFD-28CC-B639-9ACD-713CB8555DF9}"/>
          </ac:spMkLst>
        </pc:spChg>
        <pc:picChg chg="add mod">
          <ac:chgData name="Tien Nguyen" userId="ed77cc8591eb2ea7" providerId="LiveId" clId="{AE229743-66AB-4810-9ED2-153A3C7E6A8A}" dt="2024-11-15T02:27:05.387" v="142"/>
          <ac:picMkLst>
            <pc:docMk/>
            <pc:sldMk cId="938724519" sldId="265"/>
            <ac:picMk id="1026" creationId="{F0F202A2-9F57-EB26-3FE4-17EF9D55B4FC}"/>
          </ac:picMkLst>
        </pc:picChg>
      </pc:sldChg>
      <pc:sldChg chg="addSp delSp modSp add mod">
        <pc:chgData name="Tien Nguyen" userId="ed77cc8591eb2ea7" providerId="LiveId" clId="{AE229743-66AB-4810-9ED2-153A3C7E6A8A}" dt="2024-11-15T02:56:59.076" v="286" actId="20577"/>
        <pc:sldMkLst>
          <pc:docMk/>
          <pc:sldMk cId="3023604262" sldId="266"/>
        </pc:sldMkLst>
        <pc:spChg chg="add del mod">
          <ac:chgData name="Tien Nguyen" userId="ed77cc8591eb2ea7" providerId="LiveId" clId="{AE229743-66AB-4810-9ED2-153A3C7E6A8A}" dt="2024-11-15T02:56:59.076" v="286" actId="20577"/>
          <ac:spMkLst>
            <pc:docMk/>
            <pc:sldMk cId="3023604262" sldId="266"/>
            <ac:spMk id="3" creationId="{1779CBB3-FC7A-858F-9364-4F1C548A21E5}"/>
          </ac:spMkLst>
        </pc:spChg>
        <pc:spChg chg="add del mod">
          <ac:chgData name="Tien Nguyen" userId="ed77cc8591eb2ea7" providerId="LiveId" clId="{AE229743-66AB-4810-9ED2-153A3C7E6A8A}" dt="2024-11-15T02:32:29.934" v="175" actId="21"/>
          <ac:spMkLst>
            <pc:docMk/>
            <pc:sldMk cId="3023604262" sldId="266"/>
            <ac:spMk id="5" creationId="{45F41774-0C03-FF82-D0A9-C2CBDA45309F}"/>
          </ac:spMkLst>
        </pc:spChg>
      </pc:sldChg>
      <pc:sldChg chg="addSp modSp add mod">
        <pc:chgData name="Tien Nguyen" userId="ed77cc8591eb2ea7" providerId="LiveId" clId="{AE229743-66AB-4810-9ED2-153A3C7E6A8A}" dt="2024-11-15T02:43:15.301" v="187" actId="1076"/>
        <pc:sldMkLst>
          <pc:docMk/>
          <pc:sldMk cId="3578973959" sldId="267"/>
        </pc:sldMkLst>
        <pc:spChg chg="mod">
          <ac:chgData name="Tien Nguyen" userId="ed77cc8591eb2ea7" providerId="LiveId" clId="{AE229743-66AB-4810-9ED2-153A3C7E6A8A}" dt="2024-11-15T02:43:05.549" v="180" actId="6549"/>
          <ac:spMkLst>
            <pc:docMk/>
            <pc:sldMk cId="3578973959" sldId="267"/>
            <ac:spMk id="3" creationId="{4E67EDD7-99FA-B74F-F35A-14F9DBA622C6}"/>
          </ac:spMkLst>
        </pc:spChg>
        <pc:picChg chg="add mod">
          <ac:chgData name="Tien Nguyen" userId="ed77cc8591eb2ea7" providerId="LiveId" clId="{AE229743-66AB-4810-9ED2-153A3C7E6A8A}" dt="2024-11-15T02:43:15.301" v="187" actId="1076"/>
          <ac:picMkLst>
            <pc:docMk/>
            <pc:sldMk cId="3578973959" sldId="267"/>
            <ac:picMk id="5" creationId="{ABBE1776-0E81-958F-E501-1DABCBAEDD12}"/>
          </ac:picMkLst>
        </pc:picChg>
      </pc:sldChg>
      <pc:sldChg chg="addSp delSp modSp add mod">
        <pc:chgData name="Tien Nguyen" userId="ed77cc8591eb2ea7" providerId="LiveId" clId="{AE229743-66AB-4810-9ED2-153A3C7E6A8A}" dt="2024-11-15T02:44:17.324" v="195" actId="14100"/>
        <pc:sldMkLst>
          <pc:docMk/>
          <pc:sldMk cId="519364808" sldId="268"/>
        </pc:sldMkLst>
        <pc:picChg chg="del">
          <ac:chgData name="Tien Nguyen" userId="ed77cc8591eb2ea7" providerId="LiveId" clId="{AE229743-66AB-4810-9ED2-153A3C7E6A8A}" dt="2024-11-15T02:44:11.053" v="189" actId="478"/>
          <ac:picMkLst>
            <pc:docMk/>
            <pc:sldMk cId="519364808" sldId="268"/>
            <ac:picMk id="5" creationId="{978E52AB-0B6B-6556-9D22-34E8A909EDAD}"/>
          </ac:picMkLst>
        </pc:picChg>
        <pc:picChg chg="add mod">
          <ac:chgData name="Tien Nguyen" userId="ed77cc8591eb2ea7" providerId="LiveId" clId="{AE229743-66AB-4810-9ED2-153A3C7E6A8A}" dt="2024-11-15T02:44:17.324" v="195" actId="14100"/>
          <ac:picMkLst>
            <pc:docMk/>
            <pc:sldMk cId="519364808" sldId="268"/>
            <ac:picMk id="6" creationId="{3343D494-832F-7F54-04F6-A719862DD91F}"/>
          </ac:picMkLst>
        </pc:picChg>
      </pc:sldChg>
      <pc:sldChg chg="addSp modSp add mod">
        <pc:chgData name="Tien Nguyen" userId="ed77cc8591eb2ea7" providerId="LiveId" clId="{AE229743-66AB-4810-9ED2-153A3C7E6A8A}" dt="2024-11-15T03:55:20.166" v="291" actId="1076"/>
        <pc:sldMkLst>
          <pc:docMk/>
          <pc:sldMk cId="2685096375" sldId="269"/>
        </pc:sldMkLst>
        <pc:spChg chg="mod">
          <ac:chgData name="Tien Nguyen" userId="ed77cc8591eb2ea7" providerId="LiveId" clId="{AE229743-66AB-4810-9ED2-153A3C7E6A8A}" dt="2024-11-15T03:55:09.733" v="288" actId="6549"/>
          <ac:spMkLst>
            <pc:docMk/>
            <pc:sldMk cId="2685096375" sldId="269"/>
            <ac:spMk id="3" creationId="{755A8787-C844-9F99-4624-C97A53318BE1}"/>
          </ac:spMkLst>
        </pc:spChg>
        <pc:picChg chg="add mod">
          <ac:chgData name="Tien Nguyen" userId="ed77cc8591eb2ea7" providerId="LiveId" clId="{AE229743-66AB-4810-9ED2-153A3C7E6A8A}" dt="2024-11-15T03:55:20.166" v="291" actId="1076"/>
          <ac:picMkLst>
            <pc:docMk/>
            <pc:sldMk cId="2685096375" sldId="269"/>
            <ac:picMk id="5" creationId="{6A4DFBD8-C0FD-4429-D970-FC4D497BA504}"/>
          </ac:picMkLst>
        </pc:picChg>
      </pc:sldChg>
      <pc:sldChg chg="addSp modSp add del mod ord modShow">
        <pc:chgData name="Tien Nguyen" userId="ed77cc8591eb2ea7" providerId="LiveId" clId="{AE229743-66AB-4810-9ED2-153A3C7E6A8A}" dt="2024-11-15T08:14:08.251" v="508" actId="47"/>
        <pc:sldMkLst>
          <pc:docMk/>
          <pc:sldMk cId="672330122" sldId="270"/>
        </pc:sldMkLst>
        <pc:spChg chg="mod">
          <ac:chgData name="Tien Nguyen" userId="ed77cc8591eb2ea7" providerId="LiveId" clId="{AE229743-66AB-4810-9ED2-153A3C7E6A8A}" dt="2024-11-15T07:50:05.916" v="343" actId="1076"/>
          <ac:spMkLst>
            <pc:docMk/>
            <pc:sldMk cId="672330122" sldId="270"/>
            <ac:spMk id="2" creationId="{93F0A0BE-D182-C09C-E3F1-26033B48DC96}"/>
          </ac:spMkLst>
        </pc:spChg>
        <pc:spChg chg="mod">
          <ac:chgData name="Tien Nguyen" userId="ed77cc8591eb2ea7" providerId="LiveId" clId="{AE229743-66AB-4810-9ED2-153A3C7E6A8A}" dt="2024-11-15T07:50:05.916" v="343" actId="1076"/>
          <ac:spMkLst>
            <pc:docMk/>
            <pc:sldMk cId="672330122" sldId="270"/>
            <ac:spMk id="3" creationId="{126DD92C-49E1-D8D1-5E8C-1A8FC198CEE9}"/>
          </ac:spMkLst>
        </pc:spChg>
        <pc:spChg chg="add mod">
          <ac:chgData name="Tien Nguyen" userId="ed77cc8591eb2ea7" providerId="LiveId" clId="{AE229743-66AB-4810-9ED2-153A3C7E6A8A}" dt="2024-11-15T07:49:46.927" v="339" actId="14100"/>
          <ac:spMkLst>
            <pc:docMk/>
            <pc:sldMk cId="672330122" sldId="270"/>
            <ac:spMk id="5" creationId="{1D5F191E-0956-7AB5-4C02-03EA149525C6}"/>
          </ac:spMkLst>
        </pc:spChg>
      </pc:sldChg>
      <pc:sldChg chg="modSp add mod">
        <pc:chgData name="Tien Nguyen" userId="ed77cc8591eb2ea7" providerId="LiveId" clId="{AE229743-66AB-4810-9ED2-153A3C7E6A8A}" dt="2024-11-16T02:37:19.244" v="722" actId="6549"/>
        <pc:sldMkLst>
          <pc:docMk/>
          <pc:sldMk cId="418915227" sldId="271"/>
        </pc:sldMkLst>
        <pc:spChg chg="mod">
          <ac:chgData name="Tien Nguyen" userId="ed77cc8591eb2ea7" providerId="LiveId" clId="{AE229743-66AB-4810-9ED2-153A3C7E6A8A}" dt="2024-11-16T02:37:19.244" v="722" actId="6549"/>
          <ac:spMkLst>
            <pc:docMk/>
            <pc:sldMk cId="418915227" sldId="271"/>
            <ac:spMk id="3" creationId="{2E8699FE-F072-902E-B0BE-97DFF123013D}"/>
          </ac:spMkLst>
        </pc:spChg>
      </pc:sldChg>
      <pc:sldChg chg="modSp add mod">
        <pc:chgData name="Tien Nguyen" userId="ed77cc8591eb2ea7" providerId="LiveId" clId="{AE229743-66AB-4810-9ED2-153A3C7E6A8A}" dt="2024-11-15T04:04:05.344" v="317" actId="20577"/>
        <pc:sldMkLst>
          <pc:docMk/>
          <pc:sldMk cId="4294961847" sldId="272"/>
        </pc:sldMkLst>
        <pc:spChg chg="mod">
          <ac:chgData name="Tien Nguyen" userId="ed77cc8591eb2ea7" providerId="LiveId" clId="{AE229743-66AB-4810-9ED2-153A3C7E6A8A}" dt="2024-11-15T04:04:05.344" v="317" actId="20577"/>
          <ac:spMkLst>
            <pc:docMk/>
            <pc:sldMk cId="4294961847" sldId="272"/>
            <ac:spMk id="3" creationId="{8020D12F-F2DA-DE6B-9FFD-35CD68B07ECF}"/>
          </ac:spMkLst>
        </pc:spChg>
      </pc:sldChg>
      <pc:sldChg chg="add">
        <pc:chgData name="Tien Nguyen" userId="ed77cc8591eb2ea7" providerId="LiveId" clId="{AE229743-66AB-4810-9ED2-153A3C7E6A8A}" dt="2024-11-15T04:07:56.862" v="320" actId="2890"/>
        <pc:sldMkLst>
          <pc:docMk/>
          <pc:sldMk cId="2730654916" sldId="273"/>
        </pc:sldMkLst>
      </pc:sldChg>
      <pc:sldChg chg="add del">
        <pc:chgData name="Tien Nguyen" userId="ed77cc8591eb2ea7" providerId="LiveId" clId="{AE229743-66AB-4810-9ED2-153A3C7E6A8A}" dt="2024-11-15T04:03:40.177" v="308" actId="47"/>
        <pc:sldMkLst>
          <pc:docMk/>
          <pc:sldMk cId="3188006740" sldId="273"/>
        </pc:sldMkLst>
      </pc:sldChg>
      <pc:sldChg chg="add ord">
        <pc:chgData name="Tien Nguyen" userId="ed77cc8591eb2ea7" providerId="LiveId" clId="{AE229743-66AB-4810-9ED2-153A3C7E6A8A}" dt="2024-11-15T07:50:30.174" v="346"/>
        <pc:sldMkLst>
          <pc:docMk/>
          <pc:sldMk cId="3703478148" sldId="274"/>
        </pc:sldMkLst>
      </pc:sldChg>
      <pc:sldChg chg="modSp add mod">
        <pc:chgData name="Tien Nguyen" userId="ed77cc8591eb2ea7" providerId="LiveId" clId="{AE229743-66AB-4810-9ED2-153A3C7E6A8A}" dt="2024-11-15T08:22:21.182" v="620" actId="15"/>
        <pc:sldMkLst>
          <pc:docMk/>
          <pc:sldMk cId="573682558" sldId="275"/>
        </pc:sldMkLst>
        <pc:spChg chg="mod">
          <ac:chgData name="Tien Nguyen" userId="ed77cc8591eb2ea7" providerId="LiveId" clId="{AE229743-66AB-4810-9ED2-153A3C7E6A8A}" dt="2024-11-15T08:22:21.182" v="620" actId="15"/>
          <ac:spMkLst>
            <pc:docMk/>
            <pc:sldMk cId="573682558" sldId="275"/>
            <ac:spMk id="3" creationId="{7E2C4D3E-8426-7780-53A6-2EF8D1E6D6E2}"/>
          </ac:spMkLst>
        </pc:spChg>
      </pc:sldChg>
      <pc:sldChg chg="addSp modSp add mod">
        <pc:chgData name="Tien Nguyen" userId="ed77cc8591eb2ea7" providerId="LiveId" clId="{AE229743-66AB-4810-9ED2-153A3C7E6A8A}" dt="2024-11-15T08:24:42.476" v="644" actId="20577"/>
        <pc:sldMkLst>
          <pc:docMk/>
          <pc:sldMk cId="2376563941" sldId="276"/>
        </pc:sldMkLst>
        <pc:spChg chg="mod">
          <ac:chgData name="Tien Nguyen" userId="ed77cc8591eb2ea7" providerId="LiveId" clId="{AE229743-66AB-4810-9ED2-153A3C7E6A8A}" dt="2024-11-15T08:24:42.476" v="644" actId="20577"/>
          <ac:spMkLst>
            <pc:docMk/>
            <pc:sldMk cId="2376563941" sldId="276"/>
            <ac:spMk id="3" creationId="{1207ACC9-4667-38DB-9E58-38A27FFD8DD6}"/>
          </ac:spMkLst>
        </pc:spChg>
        <pc:spChg chg="add mod">
          <ac:chgData name="Tien Nguyen" userId="ed77cc8591eb2ea7" providerId="LiveId" clId="{AE229743-66AB-4810-9ED2-153A3C7E6A8A}" dt="2024-11-15T08:24:34.636" v="633" actId="1076"/>
          <ac:spMkLst>
            <pc:docMk/>
            <pc:sldMk cId="2376563941" sldId="276"/>
            <ac:spMk id="5" creationId="{823F2314-331A-A305-F1AC-D9365EFB6D68}"/>
          </ac:spMkLst>
        </pc:spChg>
      </pc:sldChg>
      <pc:sldChg chg="add del">
        <pc:chgData name="Tien Nguyen" userId="ed77cc8591eb2ea7" providerId="LiveId" clId="{AE229743-66AB-4810-9ED2-153A3C7E6A8A}" dt="2024-11-15T08:23:30.404" v="621" actId="47"/>
        <pc:sldMkLst>
          <pc:docMk/>
          <pc:sldMk cId="3411865601" sldId="277"/>
        </pc:sldMkLst>
      </pc:sldChg>
      <pc:sldChg chg="add del">
        <pc:chgData name="Tien Nguyen" userId="ed77cc8591eb2ea7" providerId="LiveId" clId="{AE229743-66AB-4810-9ED2-153A3C7E6A8A}" dt="2024-11-15T08:23:30.404" v="621" actId="47"/>
        <pc:sldMkLst>
          <pc:docMk/>
          <pc:sldMk cId="1525109978" sldId="278"/>
        </pc:sldMkLst>
      </pc:sldChg>
      <pc:sldChg chg="add del">
        <pc:chgData name="Tien Nguyen" userId="ed77cc8591eb2ea7" providerId="LiveId" clId="{AE229743-66AB-4810-9ED2-153A3C7E6A8A}" dt="2024-11-15T08:23:30.404" v="621" actId="47"/>
        <pc:sldMkLst>
          <pc:docMk/>
          <pc:sldMk cId="3709810125" sldId="279"/>
        </pc:sldMkLst>
      </pc:sldChg>
      <pc:sldChg chg="addSp delSp modSp add del mod modShow">
        <pc:chgData name="Tien Nguyen" userId="ed77cc8591eb2ea7" providerId="LiveId" clId="{AE229743-66AB-4810-9ED2-153A3C7E6A8A}" dt="2024-11-15T08:14:08.251" v="508" actId="47"/>
        <pc:sldMkLst>
          <pc:docMk/>
          <pc:sldMk cId="3229110380" sldId="280"/>
        </pc:sldMkLst>
        <pc:spChg chg="del">
          <ac:chgData name="Tien Nguyen" userId="ed77cc8591eb2ea7" providerId="LiveId" clId="{AE229743-66AB-4810-9ED2-153A3C7E6A8A}" dt="2024-11-15T07:51:04.292" v="347" actId="478"/>
          <ac:spMkLst>
            <pc:docMk/>
            <pc:sldMk cId="3229110380" sldId="280"/>
            <ac:spMk id="5" creationId="{7C5EEADD-16FB-22E8-4AF7-D544CBE57D8A}"/>
          </ac:spMkLst>
        </pc:spChg>
        <pc:spChg chg="add mod">
          <ac:chgData name="Tien Nguyen" userId="ed77cc8591eb2ea7" providerId="LiveId" clId="{AE229743-66AB-4810-9ED2-153A3C7E6A8A}" dt="2024-11-15T07:53:11.267" v="361" actId="1076"/>
          <ac:spMkLst>
            <pc:docMk/>
            <pc:sldMk cId="3229110380" sldId="280"/>
            <ac:spMk id="6" creationId="{D5EB7B11-3828-513E-8FF6-2853A4E5761E}"/>
          </ac:spMkLst>
        </pc:spChg>
      </pc:sldChg>
      <pc:sldChg chg="modSp add mod">
        <pc:chgData name="Tien Nguyen" userId="ed77cc8591eb2ea7" providerId="LiveId" clId="{AE229743-66AB-4810-9ED2-153A3C7E6A8A}" dt="2024-11-15T08:06:06.692" v="428" actId="20577"/>
        <pc:sldMkLst>
          <pc:docMk/>
          <pc:sldMk cId="480316949" sldId="281"/>
        </pc:sldMkLst>
        <pc:spChg chg="mod">
          <ac:chgData name="Tien Nguyen" userId="ed77cc8591eb2ea7" providerId="LiveId" clId="{AE229743-66AB-4810-9ED2-153A3C7E6A8A}" dt="2024-11-15T08:06:06.692" v="428" actId="20577"/>
          <ac:spMkLst>
            <pc:docMk/>
            <pc:sldMk cId="480316949" sldId="281"/>
            <ac:spMk id="3" creationId="{F3702EFD-51E5-93EA-FC1E-9CE03085DFAB}"/>
          </ac:spMkLst>
        </pc:spChg>
      </pc:sldChg>
      <pc:sldChg chg="add">
        <pc:chgData name="Tien Nguyen" userId="ed77cc8591eb2ea7" providerId="LiveId" clId="{AE229743-66AB-4810-9ED2-153A3C7E6A8A}" dt="2024-11-15T08:06:44.274" v="429" actId="2890"/>
        <pc:sldMkLst>
          <pc:docMk/>
          <pc:sldMk cId="2796515580" sldId="282"/>
        </pc:sldMkLst>
      </pc:sldChg>
      <pc:sldChg chg="modSp add mod ord">
        <pc:chgData name="Tien Nguyen" userId="ed77cc8591eb2ea7" providerId="LiveId" clId="{AE229743-66AB-4810-9ED2-153A3C7E6A8A}" dt="2024-11-15T08:10:01.859" v="504" actId="20577"/>
        <pc:sldMkLst>
          <pc:docMk/>
          <pc:sldMk cId="2793722773" sldId="283"/>
        </pc:sldMkLst>
        <pc:spChg chg="mod">
          <ac:chgData name="Tien Nguyen" userId="ed77cc8591eb2ea7" providerId="LiveId" clId="{AE229743-66AB-4810-9ED2-153A3C7E6A8A}" dt="2024-11-15T08:10:01.859" v="504" actId="20577"/>
          <ac:spMkLst>
            <pc:docMk/>
            <pc:sldMk cId="2793722773" sldId="283"/>
            <ac:spMk id="3" creationId="{DE3C3B60-4B45-4914-7A52-47F597B41E22}"/>
          </ac:spMkLst>
        </pc:spChg>
      </pc:sldChg>
      <pc:sldChg chg="modSp add mod ord">
        <pc:chgData name="Tien Nguyen" userId="ed77cc8591eb2ea7" providerId="LiveId" clId="{AE229743-66AB-4810-9ED2-153A3C7E6A8A}" dt="2024-11-15T08:15:04.385" v="591" actId="20577"/>
        <pc:sldMkLst>
          <pc:docMk/>
          <pc:sldMk cId="1003594320" sldId="284"/>
        </pc:sldMkLst>
        <pc:spChg chg="mod">
          <ac:chgData name="Tien Nguyen" userId="ed77cc8591eb2ea7" providerId="LiveId" clId="{AE229743-66AB-4810-9ED2-153A3C7E6A8A}" dt="2024-11-15T08:15:04.385" v="591" actId="20577"/>
          <ac:spMkLst>
            <pc:docMk/>
            <pc:sldMk cId="1003594320" sldId="284"/>
            <ac:spMk id="3" creationId="{59ABEF53-C10F-F5B9-81BE-54D8877F1F10}"/>
          </ac:spMkLst>
        </pc:spChg>
      </pc:sldChg>
      <pc:sldChg chg="add del">
        <pc:chgData name="Tien Nguyen" userId="ed77cc8591eb2ea7" providerId="LiveId" clId="{AE229743-66AB-4810-9ED2-153A3C7E6A8A}" dt="2024-11-15T08:22:10.255" v="608" actId="2696"/>
        <pc:sldMkLst>
          <pc:docMk/>
          <pc:sldMk cId="78541519" sldId="285"/>
        </pc:sldMkLst>
      </pc:sldChg>
      <pc:sldChg chg="modSp add del mod">
        <pc:chgData name="Tien Nguyen" userId="ed77cc8591eb2ea7" providerId="LiveId" clId="{AE229743-66AB-4810-9ED2-153A3C7E6A8A}" dt="2024-11-16T02:23:14.626" v="681" actId="2696"/>
        <pc:sldMkLst>
          <pc:docMk/>
          <pc:sldMk cId="3704607662" sldId="285"/>
        </pc:sldMkLst>
        <pc:spChg chg="mod">
          <ac:chgData name="Tien Nguyen" userId="ed77cc8591eb2ea7" providerId="LiveId" clId="{AE229743-66AB-4810-9ED2-153A3C7E6A8A}" dt="2024-11-15T08:25:05.800" v="647" actId="15"/>
          <ac:spMkLst>
            <pc:docMk/>
            <pc:sldMk cId="3704607662" sldId="285"/>
            <ac:spMk id="3" creationId="{717C4122-04D1-1FBD-CE50-78B55B7F87EE}"/>
          </ac:spMkLst>
        </pc:spChg>
      </pc:sldChg>
      <pc:sldChg chg="modSp add mod">
        <pc:chgData name="Tien Nguyen" userId="ed77cc8591eb2ea7" providerId="LiveId" clId="{AE229743-66AB-4810-9ED2-153A3C7E6A8A}" dt="2024-11-16T02:17:13.065" v="656"/>
        <pc:sldMkLst>
          <pc:docMk/>
          <pc:sldMk cId="3967730033" sldId="286"/>
        </pc:sldMkLst>
        <pc:spChg chg="mod">
          <ac:chgData name="Tien Nguyen" userId="ed77cc8591eb2ea7" providerId="LiveId" clId="{AE229743-66AB-4810-9ED2-153A3C7E6A8A}" dt="2024-11-16T02:17:13.065" v="656"/>
          <ac:spMkLst>
            <pc:docMk/>
            <pc:sldMk cId="3967730033" sldId="286"/>
            <ac:spMk id="2" creationId="{7A830139-ED9A-3D3F-9844-BB04C29B5F51}"/>
          </ac:spMkLst>
        </pc:spChg>
        <pc:spChg chg="mod">
          <ac:chgData name="Tien Nguyen" userId="ed77cc8591eb2ea7" providerId="LiveId" clId="{AE229743-66AB-4810-9ED2-153A3C7E6A8A}" dt="2024-11-16T02:17:05.618" v="655"/>
          <ac:spMkLst>
            <pc:docMk/>
            <pc:sldMk cId="3967730033" sldId="286"/>
            <ac:spMk id="3" creationId="{BEF12CE2-1E26-C62F-66E2-A2ADC8383991}"/>
          </ac:spMkLst>
        </pc:spChg>
      </pc:sldChg>
      <pc:sldChg chg="modSp add mod">
        <pc:chgData name="Tien Nguyen" userId="ed77cc8591eb2ea7" providerId="LiveId" clId="{AE229743-66AB-4810-9ED2-153A3C7E6A8A}" dt="2024-11-16T02:17:42.340" v="659" actId="27636"/>
        <pc:sldMkLst>
          <pc:docMk/>
          <pc:sldMk cId="3170181349" sldId="287"/>
        </pc:sldMkLst>
        <pc:spChg chg="mod">
          <ac:chgData name="Tien Nguyen" userId="ed77cc8591eb2ea7" providerId="LiveId" clId="{AE229743-66AB-4810-9ED2-153A3C7E6A8A}" dt="2024-11-16T02:17:42.340" v="659" actId="27636"/>
          <ac:spMkLst>
            <pc:docMk/>
            <pc:sldMk cId="3170181349" sldId="287"/>
            <ac:spMk id="3" creationId="{B0DADFBB-146C-74F8-3BC0-E7D75780AD1D}"/>
          </ac:spMkLst>
        </pc:spChg>
      </pc:sldChg>
      <pc:sldChg chg="modSp add mod">
        <pc:chgData name="Tien Nguyen" userId="ed77cc8591eb2ea7" providerId="LiveId" clId="{AE229743-66AB-4810-9ED2-153A3C7E6A8A}" dt="2024-11-16T02:18:15.623" v="663" actId="27636"/>
        <pc:sldMkLst>
          <pc:docMk/>
          <pc:sldMk cId="1367557698" sldId="288"/>
        </pc:sldMkLst>
        <pc:spChg chg="mod">
          <ac:chgData name="Tien Nguyen" userId="ed77cc8591eb2ea7" providerId="LiveId" clId="{AE229743-66AB-4810-9ED2-153A3C7E6A8A}" dt="2024-11-16T02:18:08.113" v="661"/>
          <ac:spMkLst>
            <pc:docMk/>
            <pc:sldMk cId="1367557698" sldId="288"/>
            <ac:spMk id="2" creationId="{2D1CAF2E-43DE-2FDE-9FA6-E73451DC6A1A}"/>
          </ac:spMkLst>
        </pc:spChg>
        <pc:spChg chg="mod">
          <ac:chgData name="Tien Nguyen" userId="ed77cc8591eb2ea7" providerId="LiveId" clId="{AE229743-66AB-4810-9ED2-153A3C7E6A8A}" dt="2024-11-16T02:18:15.623" v="663" actId="27636"/>
          <ac:spMkLst>
            <pc:docMk/>
            <pc:sldMk cId="1367557698" sldId="288"/>
            <ac:spMk id="3" creationId="{FF4AEF20-40C8-F842-B413-E18AEBCE85F0}"/>
          </ac:spMkLst>
        </pc:spChg>
      </pc:sldChg>
      <pc:sldChg chg="modSp add mod">
        <pc:chgData name="Tien Nguyen" userId="ed77cc8591eb2ea7" providerId="LiveId" clId="{AE229743-66AB-4810-9ED2-153A3C7E6A8A}" dt="2024-11-16T02:18:37.070" v="666"/>
        <pc:sldMkLst>
          <pc:docMk/>
          <pc:sldMk cId="1843749717" sldId="289"/>
        </pc:sldMkLst>
        <pc:spChg chg="mod">
          <ac:chgData name="Tien Nguyen" userId="ed77cc8591eb2ea7" providerId="LiveId" clId="{AE229743-66AB-4810-9ED2-153A3C7E6A8A}" dt="2024-11-16T02:18:29.254" v="665"/>
          <ac:spMkLst>
            <pc:docMk/>
            <pc:sldMk cId="1843749717" sldId="289"/>
            <ac:spMk id="2" creationId="{A0F625CC-8754-0690-F667-324AFF9C6DB7}"/>
          </ac:spMkLst>
        </pc:spChg>
        <pc:spChg chg="mod">
          <ac:chgData name="Tien Nguyen" userId="ed77cc8591eb2ea7" providerId="LiveId" clId="{AE229743-66AB-4810-9ED2-153A3C7E6A8A}" dt="2024-11-16T02:18:37.070" v="666"/>
          <ac:spMkLst>
            <pc:docMk/>
            <pc:sldMk cId="1843749717" sldId="289"/>
            <ac:spMk id="3" creationId="{9CA103FF-2659-A2E1-9267-C7207230101B}"/>
          </ac:spMkLst>
        </pc:spChg>
      </pc:sldChg>
      <pc:sldChg chg="addSp modSp add mod">
        <pc:chgData name="Tien Nguyen" userId="ed77cc8591eb2ea7" providerId="LiveId" clId="{AE229743-66AB-4810-9ED2-153A3C7E6A8A}" dt="2024-11-16T02:21:50.916" v="680" actId="14100"/>
        <pc:sldMkLst>
          <pc:docMk/>
          <pc:sldMk cId="484059585" sldId="290"/>
        </pc:sldMkLst>
        <pc:spChg chg="add mod">
          <ac:chgData name="Tien Nguyen" userId="ed77cc8591eb2ea7" providerId="LiveId" clId="{AE229743-66AB-4810-9ED2-153A3C7E6A8A}" dt="2024-11-16T02:21:50.916" v="680" actId="14100"/>
          <ac:spMkLst>
            <pc:docMk/>
            <pc:sldMk cId="484059585" sldId="290"/>
            <ac:spMk id="5" creationId="{83D8DFBC-62A3-5287-A9FA-713C8EB5CD8E}"/>
          </ac:spMkLst>
        </pc:spChg>
        <pc:picChg chg="add mod">
          <ac:chgData name="Tien Nguyen" userId="ed77cc8591eb2ea7" providerId="LiveId" clId="{AE229743-66AB-4810-9ED2-153A3C7E6A8A}" dt="2024-11-16T02:21:30.676" v="669" actId="1076"/>
          <ac:picMkLst>
            <pc:docMk/>
            <pc:sldMk cId="484059585" sldId="290"/>
            <ac:picMk id="2050" creationId="{70AF6A1D-B5D3-87BF-211C-9B9CAE754F0A}"/>
          </ac:picMkLst>
        </pc:picChg>
      </pc:sldChg>
      <pc:sldChg chg="addSp delSp modSp add mod">
        <pc:chgData name="Tien Nguyen" userId="ed77cc8591eb2ea7" providerId="LiveId" clId="{AE229743-66AB-4810-9ED2-153A3C7E6A8A}" dt="2024-11-16T02:31:08.709" v="693" actId="688"/>
        <pc:sldMkLst>
          <pc:docMk/>
          <pc:sldMk cId="1185551083" sldId="291"/>
        </pc:sldMkLst>
        <pc:spChg chg="mod">
          <ac:chgData name="Tien Nguyen" userId="ed77cc8591eb2ea7" providerId="LiveId" clId="{AE229743-66AB-4810-9ED2-153A3C7E6A8A}" dt="2024-11-16T02:30:13.547" v="683" actId="20577"/>
          <ac:spMkLst>
            <pc:docMk/>
            <pc:sldMk cId="1185551083" sldId="291"/>
            <ac:spMk id="3" creationId="{3A4D8A2F-5AA9-09DF-4354-E6647AFC311B}"/>
          </ac:spMkLst>
        </pc:spChg>
        <pc:spChg chg="add mod">
          <ac:chgData name="Tien Nguyen" userId="ed77cc8591eb2ea7" providerId="LiveId" clId="{AE229743-66AB-4810-9ED2-153A3C7E6A8A}" dt="2024-11-16T02:31:08.709" v="693" actId="688"/>
          <ac:spMkLst>
            <pc:docMk/>
            <pc:sldMk cId="1185551083" sldId="291"/>
            <ac:spMk id="8" creationId="{DFE2D759-D38C-D975-77F6-7DE30F649BAC}"/>
          </ac:spMkLst>
        </pc:spChg>
        <pc:picChg chg="add del">
          <ac:chgData name="Tien Nguyen" userId="ed77cc8591eb2ea7" providerId="LiveId" clId="{AE229743-66AB-4810-9ED2-153A3C7E6A8A}" dt="2024-11-16T02:30:24.109" v="685" actId="22"/>
          <ac:picMkLst>
            <pc:docMk/>
            <pc:sldMk cId="1185551083" sldId="291"/>
            <ac:picMk id="5" creationId="{CC530322-ABED-1475-D2E3-8CCFA67F85C0}"/>
          </ac:picMkLst>
        </pc:picChg>
        <pc:picChg chg="add mod">
          <ac:chgData name="Tien Nguyen" userId="ed77cc8591eb2ea7" providerId="LiveId" clId="{AE229743-66AB-4810-9ED2-153A3C7E6A8A}" dt="2024-11-16T02:30:41.372" v="689" actId="1076"/>
          <ac:picMkLst>
            <pc:docMk/>
            <pc:sldMk cId="1185551083" sldId="291"/>
            <ac:picMk id="7" creationId="{A29A9296-65C4-A193-8C68-EA26BC8FECC0}"/>
          </ac:picMkLst>
        </pc:picChg>
      </pc:sldChg>
      <pc:sldChg chg="addSp delSp modSp add mod">
        <pc:chgData name="Tien Nguyen" userId="ed77cc8591eb2ea7" providerId="LiveId" clId="{AE229743-66AB-4810-9ED2-153A3C7E6A8A}" dt="2024-11-16T02:35:03.484" v="718" actId="1076"/>
        <pc:sldMkLst>
          <pc:docMk/>
          <pc:sldMk cId="544875498" sldId="292"/>
        </pc:sldMkLst>
        <pc:spChg chg="del mod">
          <ac:chgData name="Tien Nguyen" userId="ed77cc8591eb2ea7" providerId="LiveId" clId="{AE229743-66AB-4810-9ED2-153A3C7E6A8A}" dt="2024-11-16T02:32:05.544" v="703" actId="478"/>
          <ac:spMkLst>
            <pc:docMk/>
            <pc:sldMk cId="544875498" sldId="292"/>
            <ac:spMk id="8" creationId="{44853D40-71BF-F53C-6326-C960C0C21A2C}"/>
          </ac:spMkLst>
        </pc:spChg>
        <pc:picChg chg="add del">
          <ac:chgData name="Tien Nguyen" userId="ed77cc8591eb2ea7" providerId="LiveId" clId="{AE229743-66AB-4810-9ED2-153A3C7E6A8A}" dt="2024-11-16T02:31:54.318" v="696" actId="22"/>
          <ac:picMkLst>
            <pc:docMk/>
            <pc:sldMk cId="544875498" sldId="292"/>
            <ac:picMk id="5" creationId="{9703C41D-A48C-7865-2217-4A6166052A47}"/>
          </ac:picMkLst>
        </pc:picChg>
        <pc:picChg chg="del">
          <ac:chgData name="Tien Nguyen" userId="ed77cc8591eb2ea7" providerId="LiveId" clId="{AE229743-66AB-4810-9ED2-153A3C7E6A8A}" dt="2024-11-16T02:31:55.661" v="697" actId="478"/>
          <ac:picMkLst>
            <pc:docMk/>
            <pc:sldMk cId="544875498" sldId="292"/>
            <ac:picMk id="7" creationId="{FD08EA7F-3849-5FDE-0895-F909F254AEDC}"/>
          </ac:picMkLst>
        </pc:picChg>
        <pc:picChg chg="add del mod">
          <ac:chgData name="Tien Nguyen" userId="ed77cc8591eb2ea7" providerId="LiveId" clId="{AE229743-66AB-4810-9ED2-153A3C7E6A8A}" dt="2024-11-16T02:34:46.414" v="709" actId="478"/>
          <ac:picMkLst>
            <pc:docMk/>
            <pc:sldMk cId="544875498" sldId="292"/>
            <ac:picMk id="9" creationId="{88E8EB20-7AD4-5102-EF5F-8036F6B1DC73}"/>
          </ac:picMkLst>
        </pc:picChg>
        <pc:picChg chg="add mod">
          <ac:chgData name="Tien Nguyen" userId="ed77cc8591eb2ea7" providerId="LiveId" clId="{AE229743-66AB-4810-9ED2-153A3C7E6A8A}" dt="2024-11-16T02:35:03.484" v="718" actId="1076"/>
          <ac:picMkLst>
            <pc:docMk/>
            <pc:sldMk cId="544875498" sldId="292"/>
            <ac:picMk id="11" creationId="{8F43ACE3-052C-42E5-B2E7-837FFEF0CCE8}"/>
          </ac:picMkLst>
        </pc:picChg>
        <pc:picChg chg="add mod">
          <ac:chgData name="Tien Nguyen" userId="ed77cc8591eb2ea7" providerId="LiveId" clId="{AE229743-66AB-4810-9ED2-153A3C7E6A8A}" dt="2024-11-16T02:35:00.461" v="717" actId="1076"/>
          <ac:picMkLst>
            <pc:docMk/>
            <pc:sldMk cId="544875498" sldId="292"/>
            <ac:picMk id="13" creationId="{CEA169FE-8A37-805B-A559-529595EFFF88}"/>
          </ac:picMkLst>
        </pc:picChg>
      </pc:sldChg>
      <pc:sldChg chg="addSp delSp modSp add mod">
        <pc:chgData name="Tien Nguyen" userId="ed77cc8591eb2ea7" providerId="LiveId" clId="{AE229743-66AB-4810-9ED2-153A3C7E6A8A}" dt="2024-11-16T03:12:20.697" v="764" actId="207"/>
        <pc:sldMkLst>
          <pc:docMk/>
          <pc:sldMk cId="3998286255" sldId="293"/>
        </pc:sldMkLst>
        <pc:spChg chg="add del mod">
          <ac:chgData name="Tien Nguyen" userId="ed77cc8591eb2ea7" providerId="LiveId" clId="{AE229743-66AB-4810-9ED2-153A3C7E6A8A}" dt="2024-11-16T03:10:58.145" v="731" actId="20577"/>
          <ac:spMkLst>
            <pc:docMk/>
            <pc:sldMk cId="3998286255" sldId="293"/>
            <ac:spMk id="3" creationId="{805160C6-B643-7C4F-621A-7A91747FF0A1}"/>
          </ac:spMkLst>
        </pc:spChg>
        <pc:spChg chg="add del mod">
          <ac:chgData name="Tien Nguyen" userId="ed77cc8591eb2ea7" providerId="LiveId" clId="{AE229743-66AB-4810-9ED2-153A3C7E6A8A}" dt="2024-11-16T03:10:55.471" v="730" actId="478"/>
          <ac:spMkLst>
            <pc:docMk/>
            <pc:sldMk cId="3998286255" sldId="293"/>
            <ac:spMk id="5" creationId="{81FC4CA1-EBDE-AA61-F4C2-DC3DA9E8E4F1}"/>
          </ac:spMkLst>
        </pc:spChg>
        <pc:spChg chg="add mod">
          <ac:chgData name="Tien Nguyen" userId="ed77cc8591eb2ea7" providerId="LiveId" clId="{AE229743-66AB-4810-9ED2-153A3C7E6A8A}" dt="2024-11-16T03:11:49.781" v="761" actId="14100"/>
          <ac:spMkLst>
            <pc:docMk/>
            <pc:sldMk cId="3998286255" sldId="293"/>
            <ac:spMk id="7" creationId="{9FD1BC52-3A61-1A17-42AC-42B36F72FC46}"/>
          </ac:spMkLst>
        </pc:spChg>
        <pc:picChg chg="add mod">
          <ac:chgData name="Tien Nguyen" userId="ed77cc8591eb2ea7" providerId="LiveId" clId="{AE229743-66AB-4810-9ED2-153A3C7E6A8A}" dt="2024-11-16T03:12:20.697" v="764" actId="207"/>
          <ac:picMkLst>
            <pc:docMk/>
            <pc:sldMk cId="3998286255" sldId="293"/>
            <ac:picMk id="9" creationId="{F6297309-6CC9-F385-B042-38CA5992AC74}"/>
          </ac:picMkLst>
        </pc:picChg>
        <pc:picChg chg="add mod">
          <ac:chgData name="Tien Nguyen" userId="ed77cc8591eb2ea7" providerId="LiveId" clId="{AE229743-66AB-4810-9ED2-153A3C7E6A8A}" dt="2024-11-16T03:10:54.129" v="728" actId="1076"/>
          <ac:picMkLst>
            <pc:docMk/>
            <pc:sldMk cId="3998286255" sldId="293"/>
            <ac:picMk id="3074" creationId="{ADBF6D8B-7AD6-668A-792E-BA013233CC66}"/>
          </ac:picMkLst>
        </pc:picChg>
        <pc:picChg chg="add mod">
          <ac:chgData name="Tien Nguyen" userId="ed77cc8591eb2ea7" providerId="LiveId" clId="{AE229743-66AB-4810-9ED2-153A3C7E6A8A}" dt="2024-11-16T03:11:17.757" v="738" actId="1076"/>
          <ac:picMkLst>
            <pc:docMk/>
            <pc:sldMk cId="3998286255" sldId="293"/>
            <ac:picMk id="3076" creationId="{D3154511-BB65-45AC-B7C8-585AFE98D10C}"/>
          </ac:picMkLst>
        </pc:picChg>
      </pc:sldChg>
      <pc:sldChg chg="addSp delSp modSp add mod">
        <pc:chgData name="Tien Nguyen" userId="ed77cc8591eb2ea7" providerId="LiveId" clId="{AE229743-66AB-4810-9ED2-153A3C7E6A8A}" dt="2024-11-16T03:12:59.188" v="773" actId="1076"/>
        <pc:sldMkLst>
          <pc:docMk/>
          <pc:sldMk cId="1682382738" sldId="294"/>
        </pc:sldMkLst>
        <pc:picChg chg="mod">
          <ac:chgData name="Tien Nguyen" userId="ed77cc8591eb2ea7" providerId="LiveId" clId="{AE229743-66AB-4810-9ED2-153A3C7E6A8A}" dt="2024-11-16T03:12:59.188" v="773" actId="1076"/>
          <ac:picMkLst>
            <pc:docMk/>
            <pc:sldMk cId="1682382738" sldId="294"/>
            <ac:picMk id="9" creationId="{A4813346-DEAD-2CB2-1D42-F3C79FB7FDDF}"/>
          </ac:picMkLst>
        </pc:picChg>
        <pc:picChg chg="del">
          <ac:chgData name="Tien Nguyen" userId="ed77cc8591eb2ea7" providerId="LiveId" clId="{AE229743-66AB-4810-9ED2-153A3C7E6A8A}" dt="2024-11-16T03:12:36.300" v="767" actId="478"/>
          <ac:picMkLst>
            <pc:docMk/>
            <pc:sldMk cId="1682382738" sldId="294"/>
            <ac:picMk id="3076" creationId="{3C941DF4-9C24-2CA3-CF6F-3E97D9DCB5CA}"/>
          </ac:picMkLst>
        </pc:picChg>
        <pc:picChg chg="add">
          <ac:chgData name="Tien Nguyen" userId="ed77cc8591eb2ea7" providerId="LiveId" clId="{AE229743-66AB-4810-9ED2-153A3C7E6A8A}" dt="2024-11-16T03:12:33.674" v="766"/>
          <ac:picMkLst>
            <pc:docMk/>
            <pc:sldMk cId="1682382738" sldId="294"/>
            <ac:picMk id="4098" creationId="{F36E7252-1D94-6DBC-1333-0FBCDD0F105F}"/>
          </ac:picMkLst>
        </pc:picChg>
        <pc:picChg chg="add mod">
          <ac:chgData name="Tien Nguyen" userId="ed77cc8591eb2ea7" providerId="LiveId" clId="{AE229743-66AB-4810-9ED2-153A3C7E6A8A}" dt="2024-11-16T03:12:38.373" v="769" actId="1076"/>
          <ac:picMkLst>
            <pc:docMk/>
            <pc:sldMk cId="1682382738" sldId="294"/>
            <ac:picMk id="4100" creationId="{BDA788BC-1623-7ADF-1407-6776D5EE5EAF}"/>
          </ac:picMkLst>
        </pc:picChg>
      </pc:sldChg>
      <pc:sldChg chg="addSp modSp add mod">
        <pc:chgData name="Tien Nguyen" userId="ed77cc8591eb2ea7" providerId="LiveId" clId="{AE229743-66AB-4810-9ED2-153A3C7E6A8A}" dt="2024-11-16T03:21:54.997" v="781" actId="1076"/>
        <pc:sldMkLst>
          <pc:docMk/>
          <pc:sldMk cId="2726676051" sldId="295"/>
        </pc:sldMkLst>
        <pc:spChg chg="mod">
          <ac:chgData name="Tien Nguyen" userId="ed77cc8591eb2ea7" providerId="LiveId" clId="{AE229743-66AB-4810-9ED2-153A3C7E6A8A}" dt="2024-11-16T03:21:24.517" v="775" actId="20577"/>
          <ac:spMkLst>
            <pc:docMk/>
            <pc:sldMk cId="2726676051" sldId="295"/>
            <ac:spMk id="3" creationId="{337B0EA8-D972-D6CA-EEE4-74825EB33DE6}"/>
          </ac:spMkLst>
        </pc:spChg>
        <pc:picChg chg="add mod">
          <ac:chgData name="Tien Nguyen" userId="ed77cc8591eb2ea7" providerId="LiveId" clId="{AE229743-66AB-4810-9ED2-153A3C7E6A8A}" dt="2024-11-16T03:21:27.892" v="777" actId="1076"/>
          <ac:picMkLst>
            <pc:docMk/>
            <pc:sldMk cId="2726676051" sldId="295"/>
            <ac:picMk id="5" creationId="{F5D3FA4B-6A02-0BCE-E790-1A2AE19441F4}"/>
          </ac:picMkLst>
        </pc:picChg>
        <pc:picChg chg="add mod">
          <ac:chgData name="Tien Nguyen" userId="ed77cc8591eb2ea7" providerId="LiveId" clId="{AE229743-66AB-4810-9ED2-153A3C7E6A8A}" dt="2024-11-16T03:21:54.997" v="781" actId="1076"/>
          <ac:picMkLst>
            <pc:docMk/>
            <pc:sldMk cId="2726676051" sldId="295"/>
            <ac:picMk id="6" creationId="{8DA0918E-4587-8B89-E4AE-D0AECA525413}"/>
          </ac:picMkLst>
        </pc:picChg>
      </pc:sldChg>
      <pc:sldChg chg="addSp delSp modSp add mod">
        <pc:chgData name="Tien Nguyen" userId="ed77cc8591eb2ea7" providerId="LiveId" clId="{AE229743-66AB-4810-9ED2-153A3C7E6A8A}" dt="2024-11-16T03:33:15.701" v="785" actId="1076"/>
        <pc:sldMkLst>
          <pc:docMk/>
          <pc:sldMk cId="4208503015" sldId="296"/>
        </pc:sldMkLst>
        <pc:picChg chg="del">
          <ac:chgData name="Tien Nguyen" userId="ed77cc8591eb2ea7" providerId="LiveId" clId="{AE229743-66AB-4810-9ED2-153A3C7E6A8A}" dt="2024-11-16T03:33:13.384" v="783" actId="478"/>
          <ac:picMkLst>
            <pc:docMk/>
            <pc:sldMk cId="4208503015" sldId="296"/>
            <ac:picMk id="5" creationId="{990F0B80-08E6-473F-CC69-C3D5FFF3E74A}"/>
          </ac:picMkLst>
        </pc:picChg>
        <pc:picChg chg="add mod">
          <ac:chgData name="Tien Nguyen" userId="ed77cc8591eb2ea7" providerId="LiveId" clId="{AE229743-66AB-4810-9ED2-153A3C7E6A8A}" dt="2024-11-16T03:33:15.701" v="785" actId="1076"/>
          <ac:picMkLst>
            <pc:docMk/>
            <pc:sldMk cId="4208503015" sldId="296"/>
            <ac:picMk id="7" creationId="{473AB123-DB21-DB79-B3E1-63CE0756E85E}"/>
          </ac:picMkLst>
        </pc:picChg>
      </pc:sldChg>
      <pc:sldChg chg="addSp delSp modSp add mod">
        <pc:chgData name="Tien Nguyen" userId="ed77cc8591eb2ea7" providerId="LiveId" clId="{AE229743-66AB-4810-9ED2-153A3C7E6A8A}" dt="2024-11-16T03:43:29.085" v="844" actId="1076"/>
        <pc:sldMkLst>
          <pc:docMk/>
          <pc:sldMk cId="1419437997" sldId="297"/>
        </pc:sldMkLst>
        <pc:spChg chg="mod">
          <ac:chgData name="Tien Nguyen" userId="ed77cc8591eb2ea7" providerId="LiveId" clId="{AE229743-66AB-4810-9ED2-153A3C7E6A8A}" dt="2024-11-16T03:37:51.291" v="842" actId="6549"/>
          <ac:spMkLst>
            <pc:docMk/>
            <pc:sldMk cId="1419437997" sldId="297"/>
            <ac:spMk id="3" creationId="{B781FA65-7079-F920-5AC7-CF9C2D1C7CA6}"/>
          </ac:spMkLst>
        </pc:spChg>
        <pc:spChg chg="add del">
          <ac:chgData name="Tien Nguyen" userId="ed77cc8591eb2ea7" providerId="LiveId" clId="{AE229743-66AB-4810-9ED2-153A3C7E6A8A}" dt="2024-11-16T03:36:34.709" v="789" actId="22"/>
          <ac:spMkLst>
            <pc:docMk/>
            <pc:sldMk cId="1419437997" sldId="297"/>
            <ac:spMk id="5" creationId="{AEC53645-2213-4296-964B-A2A66EC316D7}"/>
          </ac:spMkLst>
        </pc:spChg>
        <pc:picChg chg="del">
          <ac:chgData name="Tien Nguyen" userId="ed77cc8591eb2ea7" providerId="LiveId" clId="{AE229743-66AB-4810-9ED2-153A3C7E6A8A}" dt="2024-11-16T03:36:41.621" v="793" actId="478"/>
          <ac:picMkLst>
            <pc:docMk/>
            <pc:sldMk cId="1419437997" sldId="297"/>
            <ac:picMk id="6" creationId="{2650D7A6-D360-AC89-B175-E3E70B3B9939}"/>
          </ac:picMkLst>
        </pc:picChg>
        <pc:picChg chg="del">
          <ac:chgData name="Tien Nguyen" userId="ed77cc8591eb2ea7" providerId="LiveId" clId="{AE229743-66AB-4810-9ED2-153A3C7E6A8A}" dt="2024-11-16T03:36:31.654" v="787" actId="478"/>
          <ac:picMkLst>
            <pc:docMk/>
            <pc:sldMk cId="1419437997" sldId="297"/>
            <ac:picMk id="7" creationId="{07448A23-47FA-681F-22C0-D8EF6D438967}"/>
          </ac:picMkLst>
        </pc:picChg>
        <pc:picChg chg="add mod">
          <ac:chgData name="Tien Nguyen" userId="ed77cc8591eb2ea7" providerId="LiveId" clId="{AE229743-66AB-4810-9ED2-153A3C7E6A8A}" dt="2024-11-16T03:43:29.085" v="844" actId="1076"/>
          <ac:picMkLst>
            <pc:docMk/>
            <pc:sldMk cId="1419437997" sldId="297"/>
            <ac:picMk id="9" creationId="{597F8DB9-43C0-996C-503B-4CDE6DB73086}"/>
          </ac:picMkLst>
        </pc:picChg>
      </pc:sldChg>
      <pc:sldChg chg="addSp modSp add mod">
        <pc:chgData name="Tien Nguyen" userId="ed77cc8591eb2ea7" providerId="LiveId" clId="{AE229743-66AB-4810-9ED2-153A3C7E6A8A}" dt="2024-11-16T03:46:49.992" v="850" actId="1076"/>
        <pc:sldMkLst>
          <pc:docMk/>
          <pc:sldMk cId="735022142" sldId="298"/>
        </pc:sldMkLst>
        <pc:spChg chg="mod">
          <ac:chgData name="Tien Nguyen" userId="ed77cc8591eb2ea7" providerId="LiveId" clId="{AE229743-66AB-4810-9ED2-153A3C7E6A8A}" dt="2024-11-16T03:46:41.945" v="846" actId="6549"/>
          <ac:spMkLst>
            <pc:docMk/>
            <pc:sldMk cId="735022142" sldId="298"/>
            <ac:spMk id="3" creationId="{E8A1411E-FC81-F8F1-7FCB-EB2288BBC8D6}"/>
          </ac:spMkLst>
        </pc:spChg>
        <pc:picChg chg="add mod">
          <ac:chgData name="Tien Nguyen" userId="ed77cc8591eb2ea7" providerId="LiveId" clId="{AE229743-66AB-4810-9ED2-153A3C7E6A8A}" dt="2024-11-16T03:46:44.710" v="848" actId="1076"/>
          <ac:picMkLst>
            <pc:docMk/>
            <pc:sldMk cId="735022142" sldId="298"/>
            <ac:picMk id="5" creationId="{6531A613-DF51-53F0-2629-A716290E30A9}"/>
          </ac:picMkLst>
        </pc:picChg>
        <pc:picChg chg="add mod">
          <ac:chgData name="Tien Nguyen" userId="ed77cc8591eb2ea7" providerId="LiveId" clId="{AE229743-66AB-4810-9ED2-153A3C7E6A8A}" dt="2024-11-16T03:46:49.992" v="850" actId="1076"/>
          <ac:picMkLst>
            <pc:docMk/>
            <pc:sldMk cId="735022142" sldId="298"/>
            <ac:picMk id="6" creationId="{0B3242A5-EADA-2AD6-9716-CCC9853E10B4}"/>
          </ac:picMkLst>
        </pc:picChg>
      </pc:sldChg>
      <pc:sldChg chg="addSp delSp modSp add mod">
        <pc:chgData name="Tien Nguyen" userId="ed77cc8591eb2ea7" providerId="LiveId" clId="{AE229743-66AB-4810-9ED2-153A3C7E6A8A}" dt="2024-11-16T03:47:34.336" v="856" actId="207"/>
        <pc:sldMkLst>
          <pc:docMk/>
          <pc:sldMk cId="3326082463" sldId="299"/>
        </pc:sldMkLst>
        <pc:picChg chg="del">
          <ac:chgData name="Tien Nguyen" userId="ed77cc8591eb2ea7" providerId="LiveId" clId="{AE229743-66AB-4810-9ED2-153A3C7E6A8A}" dt="2024-11-16T03:47:17.654" v="852" actId="478"/>
          <ac:picMkLst>
            <pc:docMk/>
            <pc:sldMk cId="3326082463" sldId="299"/>
            <ac:picMk id="5" creationId="{53F1B150-3BD3-BB2E-4F92-9C8D3EF147BD}"/>
          </ac:picMkLst>
        </pc:picChg>
        <pc:picChg chg="mod">
          <ac:chgData name="Tien Nguyen" userId="ed77cc8591eb2ea7" providerId="LiveId" clId="{AE229743-66AB-4810-9ED2-153A3C7E6A8A}" dt="2024-11-16T03:47:34.336" v="856" actId="207"/>
          <ac:picMkLst>
            <pc:docMk/>
            <pc:sldMk cId="3326082463" sldId="299"/>
            <ac:picMk id="6" creationId="{383F8784-54FD-7416-6DAE-0A76926B3A12}"/>
          </ac:picMkLst>
        </pc:picChg>
        <pc:picChg chg="add mod">
          <ac:chgData name="Tien Nguyen" userId="ed77cc8591eb2ea7" providerId="LiveId" clId="{AE229743-66AB-4810-9ED2-153A3C7E6A8A}" dt="2024-11-16T03:47:19.469" v="854" actId="1076"/>
          <ac:picMkLst>
            <pc:docMk/>
            <pc:sldMk cId="3326082463" sldId="299"/>
            <ac:picMk id="7" creationId="{E3F96AD6-AA7C-BF8B-1EBC-F7A71059C54B}"/>
          </ac:picMkLst>
        </pc:picChg>
      </pc:sldChg>
      <pc:sldChg chg="add del">
        <pc:chgData name="Tien Nguyen" userId="ed77cc8591eb2ea7" providerId="LiveId" clId="{AE229743-66AB-4810-9ED2-153A3C7E6A8A}" dt="2024-11-16T03:53:24.745" v="880" actId="2696"/>
        <pc:sldMkLst>
          <pc:docMk/>
          <pc:sldMk cId="1038195968" sldId="300"/>
        </pc:sldMkLst>
      </pc:sldChg>
      <pc:sldChg chg="addSp delSp modSp add mod">
        <pc:chgData name="Tien Nguyen" userId="ed77cc8591eb2ea7" providerId="LiveId" clId="{AE229743-66AB-4810-9ED2-153A3C7E6A8A}" dt="2024-11-16T03:53:08.591" v="879" actId="14100"/>
        <pc:sldMkLst>
          <pc:docMk/>
          <pc:sldMk cId="1178754361" sldId="301"/>
        </pc:sldMkLst>
        <pc:spChg chg="mod">
          <ac:chgData name="Tien Nguyen" userId="ed77cc8591eb2ea7" providerId="LiveId" clId="{AE229743-66AB-4810-9ED2-153A3C7E6A8A}" dt="2024-11-16T03:52:03.802" v="862" actId="1076"/>
          <ac:spMkLst>
            <pc:docMk/>
            <pc:sldMk cId="1178754361" sldId="301"/>
            <ac:spMk id="3" creationId="{A11204F4-DBC2-E831-A8F6-F2CA4A3D69BB}"/>
          </ac:spMkLst>
        </pc:spChg>
        <pc:spChg chg="add del mod">
          <ac:chgData name="Tien Nguyen" userId="ed77cc8591eb2ea7" providerId="LiveId" clId="{AE229743-66AB-4810-9ED2-153A3C7E6A8A}" dt="2024-11-16T03:53:04.134" v="877" actId="478"/>
          <ac:spMkLst>
            <pc:docMk/>
            <pc:sldMk cId="1178754361" sldId="301"/>
            <ac:spMk id="6" creationId="{5FB7DA5F-F356-EB57-4E16-CB6D40634255}"/>
          </ac:spMkLst>
        </pc:spChg>
        <pc:spChg chg="add mod">
          <ac:chgData name="Tien Nguyen" userId="ed77cc8591eb2ea7" providerId="LiveId" clId="{AE229743-66AB-4810-9ED2-153A3C7E6A8A}" dt="2024-11-16T03:53:08.591" v="879" actId="14100"/>
          <ac:spMkLst>
            <pc:docMk/>
            <pc:sldMk cId="1178754361" sldId="301"/>
            <ac:spMk id="7" creationId="{5951E029-4458-D083-5CAE-6512F3B086D1}"/>
          </ac:spMkLst>
        </pc:spChg>
        <pc:picChg chg="add mod">
          <ac:chgData name="Tien Nguyen" userId="ed77cc8591eb2ea7" providerId="LiveId" clId="{AE229743-66AB-4810-9ED2-153A3C7E6A8A}" dt="2024-11-16T03:52:11.942" v="864" actId="1076"/>
          <ac:picMkLst>
            <pc:docMk/>
            <pc:sldMk cId="1178754361" sldId="301"/>
            <ac:picMk id="4" creationId="{2E22734A-5ED8-C60E-B1CB-B32CD1813E22}"/>
          </ac:picMkLst>
        </pc:picChg>
        <pc:picChg chg="add mod">
          <ac:chgData name="Tien Nguyen" userId="ed77cc8591eb2ea7" providerId="LiveId" clId="{AE229743-66AB-4810-9ED2-153A3C7E6A8A}" dt="2024-11-16T03:52:03.802" v="862" actId="1076"/>
          <ac:picMkLst>
            <pc:docMk/>
            <pc:sldMk cId="1178754361" sldId="301"/>
            <ac:picMk id="5122" creationId="{51F98FB1-6237-7D47-EA46-3FC90B6A09AC}"/>
          </ac:picMkLst>
        </pc:picChg>
      </pc:sldChg>
      <pc:sldChg chg="addSp delSp modSp add mod">
        <pc:chgData name="Tien Nguyen" userId="ed77cc8591eb2ea7" providerId="LiveId" clId="{AE229743-66AB-4810-9ED2-153A3C7E6A8A}" dt="2024-11-16T03:52:59.822" v="876" actId="1076"/>
        <pc:sldMkLst>
          <pc:docMk/>
          <pc:sldMk cId="702106087" sldId="302"/>
        </pc:sldMkLst>
        <pc:spChg chg="add mod">
          <ac:chgData name="Tien Nguyen" userId="ed77cc8591eb2ea7" providerId="LiveId" clId="{AE229743-66AB-4810-9ED2-153A3C7E6A8A}" dt="2024-11-16T03:52:59.822" v="876" actId="1076"/>
          <ac:spMkLst>
            <pc:docMk/>
            <pc:sldMk cId="702106087" sldId="302"/>
            <ac:spMk id="6" creationId="{26DFA6B9-7C93-0DEA-B0F3-8261ED1348C2}"/>
          </ac:spMkLst>
        </pc:spChg>
        <pc:picChg chg="mod">
          <ac:chgData name="Tien Nguyen" userId="ed77cc8591eb2ea7" providerId="LiveId" clId="{AE229743-66AB-4810-9ED2-153A3C7E6A8A}" dt="2024-11-16T03:52:32.921" v="870" actId="207"/>
          <ac:picMkLst>
            <pc:docMk/>
            <pc:sldMk cId="702106087" sldId="302"/>
            <ac:picMk id="4" creationId="{EED455B3-AC9E-2661-6BA7-F644A0A66C99}"/>
          </ac:picMkLst>
        </pc:picChg>
        <pc:picChg chg="del">
          <ac:chgData name="Tien Nguyen" userId="ed77cc8591eb2ea7" providerId="LiveId" clId="{AE229743-66AB-4810-9ED2-153A3C7E6A8A}" dt="2024-11-16T03:52:22.189" v="866" actId="478"/>
          <ac:picMkLst>
            <pc:docMk/>
            <pc:sldMk cId="702106087" sldId="302"/>
            <ac:picMk id="5122" creationId="{136C3399-6244-9451-241A-827C5CA19A0D}"/>
          </ac:picMkLst>
        </pc:picChg>
        <pc:picChg chg="add mod">
          <ac:chgData name="Tien Nguyen" userId="ed77cc8591eb2ea7" providerId="LiveId" clId="{AE229743-66AB-4810-9ED2-153A3C7E6A8A}" dt="2024-11-16T03:52:24.078" v="868" actId="1076"/>
          <ac:picMkLst>
            <pc:docMk/>
            <pc:sldMk cId="702106087" sldId="302"/>
            <ac:picMk id="7170" creationId="{90E7FD70-6F3C-5792-1A98-364E5453FF89}"/>
          </ac:picMkLst>
        </pc:picChg>
      </pc:sldChg>
      <pc:sldMasterChg chg="modSp modSldLayout">
        <pc:chgData name="Tien Nguyen" userId="ed77cc8591eb2ea7" providerId="LiveId" clId="{AE229743-66AB-4810-9ED2-153A3C7E6A8A}" dt="2024-11-15T02:27:05.387" v="142"/>
        <pc:sldMasterMkLst>
          <pc:docMk/>
          <pc:sldMasterMk cId="654311880" sldId="2147483648"/>
        </pc:sldMasterMkLst>
        <pc:spChg chg="mod">
          <ac:chgData name="Tien Nguyen" userId="ed77cc8591eb2ea7" providerId="LiveId" clId="{AE229743-66AB-4810-9ED2-153A3C7E6A8A}" dt="2024-11-15T02:27:05.387" v="142"/>
          <ac:spMkLst>
            <pc:docMk/>
            <pc:sldMasterMk cId="654311880" sldId="2147483648"/>
            <ac:spMk id="2" creationId="{44EDAE11-1B19-9409-1F84-D0BB234D7481}"/>
          </ac:spMkLst>
        </pc:spChg>
        <pc:spChg chg="mod">
          <ac:chgData name="Tien Nguyen" userId="ed77cc8591eb2ea7" providerId="LiveId" clId="{AE229743-66AB-4810-9ED2-153A3C7E6A8A}" dt="2024-11-15T02:27:05.387" v="142"/>
          <ac:spMkLst>
            <pc:docMk/>
            <pc:sldMasterMk cId="654311880" sldId="2147483648"/>
            <ac:spMk id="3" creationId="{2F733113-C14B-7626-98D8-08E3171C39C3}"/>
          </ac:spMkLst>
        </pc:spChg>
        <pc:spChg chg="mod">
          <ac:chgData name="Tien Nguyen" userId="ed77cc8591eb2ea7" providerId="LiveId" clId="{AE229743-66AB-4810-9ED2-153A3C7E6A8A}" dt="2024-11-15T02:27:05.387" v="142"/>
          <ac:spMkLst>
            <pc:docMk/>
            <pc:sldMasterMk cId="654311880" sldId="2147483648"/>
            <ac:spMk id="4" creationId="{5EBAE339-FF7A-224A-B966-14E5F984C8DB}"/>
          </ac:spMkLst>
        </pc:spChg>
        <pc:spChg chg="mod">
          <ac:chgData name="Tien Nguyen" userId="ed77cc8591eb2ea7" providerId="LiveId" clId="{AE229743-66AB-4810-9ED2-153A3C7E6A8A}" dt="2024-11-15T02:27:05.387" v="142"/>
          <ac:spMkLst>
            <pc:docMk/>
            <pc:sldMasterMk cId="654311880" sldId="2147483648"/>
            <ac:spMk id="5" creationId="{A6B1038F-F006-2BB0-04F9-2F761CA7EFB6}"/>
          </ac:spMkLst>
        </pc:spChg>
        <pc:spChg chg="mod">
          <ac:chgData name="Tien Nguyen" userId="ed77cc8591eb2ea7" providerId="LiveId" clId="{AE229743-66AB-4810-9ED2-153A3C7E6A8A}" dt="2024-11-15T02:27:05.387" v="142"/>
          <ac:spMkLst>
            <pc:docMk/>
            <pc:sldMasterMk cId="654311880" sldId="2147483648"/>
            <ac:spMk id="6" creationId="{7B86B044-8BC3-9BAC-DB4D-92747EC0AA3F}"/>
          </ac:spMkLst>
        </pc:spChg>
        <pc:sldLayoutChg chg="modSp">
          <pc:chgData name="Tien Nguyen" userId="ed77cc8591eb2ea7" providerId="LiveId" clId="{AE229743-66AB-4810-9ED2-153A3C7E6A8A}" dt="2024-11-15T02:27:05.387" v="142"/>
          <pc:sldLayoutMkLst>
            <pc:docMk/>
            <pc:sldMasterMk cId="654311880" sldId="2147483648"/>
            <pc:sldLayoutMk cId="4186017036" sldId="2147483649"/>
          </pc:sldLayoutMkLst>
          <pc:spChg chg="mod">
            <ac:chgData name="Tien Nguyen" userId="ed77cc8591eb2ea7" providerId="LiveId" clId="{AE229743-66AB-4810-9ED2-153A3C7E6A8A}" dt="2024-11-15T02:27:05.387" v="142"/>
            <ac:spMkLst>
              <pc:docMk/>
              <pc:sldMasterMk cId="654311880" sldId="2147483648"/>
              <pc:sldLayoutMk cId="4186017036" sldId="2147483649"/>
              <ac:spMk id="2" creationId="{3C2F0E64-57A3-CDC2-C519-181F3E21A9A3}"/>
            </ac:spMkLst>
          </pc:spChg>
          <pc:spChg chg="mod">
            <ac:chgData name="Tien Nguyen" userId="ed77cc8591eb2ea7" providerId="LiveId" clId="{AE229743-66AB-4810-9ED2-153A3C7E6A8A}" dt="2024-11-15T02:27:05.387" v="142"/>
            <ac:spMkLst>
              <pc:docMk/>
              <pc:sldMasterMk cId="654311880" sldId="2147483648"/>
              <pc:sldLayoutMk cId="4186017036" sldId="2147483649"/>
              <ac:spMk id="3" creationId="{F1DACFE5-C1BB-77A5-8F0B-0A99307F28CC}"/>
            </ac:spMkLst>
          </pc:spChg>
        </pc:sldLayoutChg>
        <pc:sldLayoutChg chg="modSp">
          <pc:chgData name="Tien Nguyen" userId="ed77cc8591eb2ea7" providerId="LiveId" clId="{AE229743-66AB-4810-9ED2-153A3C7E6A8A}" dt="2024-11-15T02:27:05.387" v="142"/>
          <pc:sldLayoutMkLst>
            <pc:docMk/>
            <pc:sldMasterMk cId="654311880" sldId="2147483648"/>
            <pc:sldLayoutMk cId="1930361646" sldId="2147483651"/>
          </pc:sldLayoutMkLst>
          <pc:spChg chg="mod">
            <ac:chgData name="Tien Nguyen" userId="ed77cc8591eb2ea7" providerId="LiveId" clId="{AE229743-66AB-4810-9ED2-153A3C7E6A8A}" dt="2024-11-15T02:27:05.387" v="142"/>
            <ac:spMkLst>
              <pc:docMk/>
              <pc:sldMasterMk cId="654311880" sldId="2147483648"/>
              <pc:sldLayoutMk cId="1930361646" sldId="2147483651"/>
              <ac:spMk id="2" creationId="{061C4B57-6CDA-AACC-390B-001EAA9ED322}"/>
            </ac:spMkLst>
          </pc:spChg>
          <pc:spChg chg="mod">
            <ac:chgData name="Tien Nguyen" userId="ed77cc8591eb2ea7" providerId="LiveId" clId="{AE229743-66AB-4810-9ED2-153A3C7E6A8A}" dt="2024-11-15T02:27:05.387" v="142"/>
            <ac:spMkLst>
              <pc:docMk/>
              <pc:sldMasterMk cId="654311880" sldId="2147483648"/>
              <pc:sldLayoutMk cId="1930361646" sldId="2147483651"/>
              <ac:spMk id="3" creationId="{B038815E-EB17-2E7D-173A-856D6BCA80B9}"/>
            </ac:spMkLst>
          </pc:spChg>
        </pc:sldLayoutChg>
        <pc:sldLayoutChg chg="modSp">
          <pc:chgData name="Tien Nguyen" userId="ed77cc8591eb2ea7" providerId="LiveId" clId="{AE229743-66AB-4810-9ED2-153A3C7E6A8A}" dt="2024-11-15T02:27:05.387" v="142"/>
          <pc:sldLayoutMkLst>
            <pc:docMk/>
            <pc:sldMasterMk cId="654311880" sldId="2147483648"/>
            <pc:sldLayoutMk cId="2047785051" sldId="2147483652"/>
          </pc:sldLayoutMkLst>
          <pc:spChg chg="mod">
            <ac:chgData name="Tien Nguyen" userId="ed77cc8591eb2ea7" providerId="LiveId" clId="{AE229743-66AB-4810-9ED2-153A3C7E6A8A}" dt="2024-11-15T02:27:05.387" v="142"/>
            <ac:spMkLst>
              <pc:docMk/>
              <pc:sldMasterMk cId="654311880" sldId="2147483648"/>
              <pc:sldLayoutMk cId="2047785051" sldId="2147483652"/>
              <ac:spMk id="3" creationId="{AE16A13D-3364-AB9A-69CC-C07CF21AF560}"/>
            </ac:spMkLst>
          </pc:spChg>
          <pc:spChg chg="mod">
            <ac:chgData name="Tien Nguyen" userId="ed77cc8591eb2ea7" providerId="LiveId" clId="{AE229743-66AB-4810-9ED2-153A3C7E6A8A}" dt="2024-11-15T02:27:05.387" v="142"/>
            <ac:spMkLst>
              <pc:docMk/>
              <pc:sldMasterMk cId="654311880" sldId="2147483648"/>
              <pc:sldLayoutMk cId="2047785051" sldId="2147483652"/>
              <ac:spMk id="4" creationId="{02BBB23C-86DB-68CE-E20F-16F1D9FDB74D}"/>
            </ac:spMkLst>
          </pc:spChg>
        </pc:sldLayoutChg>
        <pc:sldLayoutChg chg="modSp">
          <pc:chgData name="Tien Nguyen" userId="ed77cc8591eb2ea7" providerId="LiveId" clId="{AE229743-66AB-4810-9ED2-153A3C7E6A8A}" dt="2024-11-15T02:27:05.387" v="142"/>
          <pc:sldLayoutMkLst>
            <pc:docMk/>
            <pc:sldMasterMk cId="654311880" sldId="2147483648"/>
            <pc:sldLayoutMk cId="567927415" sldId="2147483653"/>
          </pc:sldLayoutMkLst>
          <pc:spChg chg="mod">
            <ac:chgData name="Tien Nguyen" userId="ed77cc8591eb2ea7" providerId="LiveId" clId="{AE229743-66AB-4810-9ED2-153A3C7E6A8A}" dt="2024-11-15T02:27:05.387" v="142"/>
            <ac:spMkLst>
              <pc:docMk/>
              <pc:sldMasterMk cId="654311880" sldId="2147483648"/>
              <pc:sldLayoutMk cId="567927415" sldId="2147483653"/>
              <ac:spMk id="2" creationId="{63C04150-722C-86CA-AF24-837BBFF958F2}"/>
            </ac:spMkLst>
          </pc:spChg>
          <pc:spChg chg="mod">
            <ac:chgData name="Tien Nguyen" userId="ed77cc8591eb2ea7" providerId="LiveId" clId="{AE229743-66AB-4810-9ED2-153A3C7E6A8A}" dt="2024-11-15T02:27:05.387" v="142"/>
            <ac:spMkLst>
              <pc:docMk/>
              <pc:sldMasterMk cId="654311880" sldId="2147483648"/>
              <pc:sldLayoutMk cId="567927415" sldId="2147483653"/>
              <ac:spMk id="3" creationId="{99254A7E-7707-6C54-0FBE-E98EC6E7E3A6}"/>
            </ac:spMkLst>
          </pc:spChg>
          <pc:spChg chg="mod">
            <ac:chgData name="Tien Nguyen" userId="ed77cc8591eb2ea7" providerId="LiveId" clId="{AE229743-66AB-4810-9ED2-153A3C7E6A8A}" dt="2024-11-15T02:27:05.387" v="142"/>
            <ac:spMkLst>
              <pc:docMk/>
              <pc:sldMasterMk cId="654311880" sldId="2147483648"/>
              <pc:sldLayoutMk cId="567927415" sldId="2147483653"/>
              <ac:spMk id="4" creationId="{D8660EF8-06E3-4AB2-81C6-DD4686DA5FFB}"/>
            </ac:spMkLst>
          </pc:spChg>
          <pc:spChg chg="mod">
            <ac:chgData name="Tien Nguyen" userId="ed77cc8591eb2ea7" providerId="LiveId" clId="{AE229743-66AB-4810-9ED2-153A3C7E6A8A}" dt="2024-11-15T02:27:05.387" v="142"/>
            <ac:spMkLst>
              <pc:docMk/>
              <pc:sldMasterMk cId="654311880" sldId="2147483648"/>
              <pc:sldLayoutMk cId="567927415" sldId="2147483653"/>
              <ac:spMk id="5" creationId="{849E19B4-C0A9-0374-93C1-ABE9DE4FB3C5}"/>
            </ac:spMkLst>
          </pc:spChg>
          <pc:spChg chg="mod">
            <ac:chgData name="Tien Nguyen" userId="ed77cc8591eb2ea7" providerId="LiveId" clId="{AE229743-66AB-4810-9ED2-153A3C7E6A8A}" dt="2024-11-15T02:27:05.387" v="142"/>
            <ac:spMkLst>
              <pc:docMk/>
              <pc:sldMasterMk cId="654311880" sldId="2147483648"/>
              <pc:sldLayoutMk cId="567927415" sldId="2147483653"/>
              <ac:spMk id="6" creationId="{D698648D-BC3E-2DDD-2B39-710A8B7FF921}"/>
            </ac:spMkLst>
          </pc:spChg>
        </pc:sldLayoutChg>
        <pc:sldLayoutChg chg="modSp">
          <pc:chgData name="Tien Nguyen" userId="ed77cc8591eb2ea7" providerId="LiveId" clId="{AE229743-66AB-4810-9ED2-153A3C7E6A8A}" dt="2024-11-15T02:27:05.387" v="142"/>
          <pc:sldLayoutMkLst>
            <pc:docMk/>
            <pc:sldMasterMk cId="654311880" sldId="2147483648"/>
            <pc:sldLayoutMk cId="1680245427" sldId="2147483656"/>
          </pc:sldLayoutMkLst>
          <pc:spChg chg="mod">
            <ac:chgData name="Tien Nguyen" userId="ed77cc8591eb2ea7" providerId="LiveId" clId="{AE229743-66AB-4810-9ED2-153A3C7E6A8A}" dt="2024-11-15T02:27:05.387" v="142"/>
            <ac:spMkLst>
              <pc:docMk/>
              <pc:sldMasterMk cId="654311880" sldId="2147483648"/>
              <pc:sldLayoutMk cId="1680245427" sldId="2147483656"/>
              <ac:spMk id="2" creationId="{47CB87FB-338E-0C0E-E69F-39353FF9C203}"/>
            </ac:spMkLst>
          </pc:spChg>
          <pc:spChg chg="mod">
            <ac:chgData name="Tien Nguyen" userId="ed77cc8591eb2ea7" providerId="LiveId" clId="{AE229743-66AB-4810-9ED2-153A3C7E6A8A}" dt="2024-11-15T02:27:05.387" v="142"/>
            <ac:spMkLst>
              <pc:docMk/>
              <pc:sldMasterMk cId="654311880" sldId="2147483648"/>
              <pc:sldLayoutMk cId="1680245427" sldId="2147483656"/>
              <ac:spMk id="3" creationId="{FB0B03F9-474E-D05D-63A6-481FE558335F}"/>
            </ac:spMkLst>
          </pc:spChg>
          <pc:spChg chg="mod">
            <ac:chgData name="Tien Nguyen" userId="ed77cc8591eb2ea7" providerId="LiveId" clId="{AE229743-66AB-4810-9ED2-153A3C7E6A8A}" dt="2024-11-15T02:27:05.387" v="142"/>
            <ac:spMkLst>
              <pc:docMk/>
              <pc:sldMasterMk cId="654311880" sldId="2147483648"/>
              <pc:sldLayoutMk cId="1680245427" sldId="2147483656"/>
              <ac:spMk id="4" creationId="{08F2F82A-9886-DB40-7EDC-C5EF4EFC8BC1}"/>
            </ac:spMkLst>
          </pc:spChg>
        </pc:sldLayoutChg>
        <pc:sldLayoutChg chg="modSp">
          <pc:chgData name="Tien Nguyen" userId="ed77cc8591eb2ea7" providerId="LiveId" clId="{AE229743-66AB-4810-9ED2-153A3C7E6A8A}" dt="2024-11-15T02:27:05.387" v="142"/>
          <pc:sldLayoutMkLst>
            <pc:docMk/>
            <pc:sldMasterMk cId="654311880" sldId="2147483648"/>
            <pc:sldLayoutMk cId="549528953" sldId="2147483657"/>
          </pc:sldLayoutMkLst>
          <pc:spChg chg="mod">
            <ac:chgData name="Tien Nguyen" userId="ed77cc8591eb2ea7" providerId="LiveId" clId="{AE229743-66AB-4810-9ED2-153A3C7E6A8A}" dt="2024-11-15T02:27:05.387" v="142"/>
            <ac:spMkLst>
              <pc:docMk/>
              <pc:sldMasterMk cId="654311880" sldId="2147483648"/>
              <pc:sldLayoutMk cId="549528953" sldId="2147483657"/>
              <ac:spMk id="2" creationId="{CB6A5620-AAC8-CAD4-58FE-B237F25E99FC}"/>
            </ac:spMkLst>
          </pc:spChg>
          <pc:spChg chg="mod">
            <ac:chgData name="Tien Nguyen" userId="ed77cc8591eb2ea7" providerId="LiveId" clId="{AE229743-66AB-4810-9ED2-153A3C7E6A8A}" dt="2024-11-15T02:27:05.387" v="142"/>
            <ac:spMkLst>
              <pc:docMk/>
              <pc:sldMasterMk cId="654311880" sldId="2147483648"/>
              <pc:sldLayoutMk cId="549528953" sldId="2147483657"/>
              <ac:spMk id="3" creationId="{23346866-5EA5-2EFB-CB6D-7545F7B6C8CE}"/>
            </ac:spMkLst>
          </pc:spChg>
          <pc:spChg chg="mod">
            <ac:chgData name="Tien Nguyen" userId="ed77cc8591eb2ea7" providerId="LiveId" clId="{AE229743-66AB-4810-9ED2-153A3C7E6A8A}" dt="2024-11-15T02:27:05.387" v="142"/>
            <ac:spMkLst>
              <pc:docMk/>
              <pc:sldMasterMk cId="654311880" sldId="2147483648"/>
              <pc:sldLayoutMk cId="549528953" sldId="2147483657"/>
              <ac:spMk id="4" creationId="{AE476352-0357-625C-6A09-B44AC6BE7B49}"/>
            </ac:spMkLst>
          </pc:spChg>
        </pc:sldLayoutChg>
        <pc:sldLayoutChg chg="modSp">
          <pc:chgData name="Tien Nguyen" userId="ed77cc8591eb2ea7" providerId="LiveId" clId="{AE229743-66AB-4810-9ED2-153A3C7E6A8A}" dt="2024-11-15T02:27:05.387" v="142"/>
          <pc:sldLayoutMkLst>
            <pc:docMk/>
            <pc:sldMasterMk cId="654311880" sldId="2147483648"/>
            <pc:sldLayoutMk cId="591199345" sldId="2147483659"/>
          </pc:sldLayoutMkLst>
          <pc:spChg chg="mod">
            <ac:chgData name="Tien Nguyen" userId="ed77cc8591eb2ea7" providerId="LiveId" clId="{AE229743-66AB-4810-9ED2-153A3C7E6A8A}" dt="2024-11-15T02:27:05.387" v="142"/>
            <ac:spMkLst>
              <pc:docMk/>
              <pc:sldMasterMk cId="654311880" sldId="2147483648"/>
              <pc:sldLayoutMk cId="591199345" sldId="2147483659"/>
              <ac:spMk id="2" creationId="{3B3273D4-F83B-CD18-3AA2-E7C5C4B7527E}"/>
            </ac:spMkLst>
          </pc:spChg>
          <pc:spChg chg="mod">
            <ac:chgData name="Tien Nguyen" userId="ed77cc8591eb2ea7" providerId="LiveId" clId="{AE229743-66AB-4810-9ED2-153A3C7E6A8A}" dt="2024-11-15T02:27:05.387" v="142"/>
            <ac:spMkLst>
              <pc:docMk/>
              <pc:sldMasterMk cId="654311880" sldId="2147483648"/>
              <pc:sldLayoutMk cId="591199345" sldId="2147483659"/>
              <ac:spMk id="3" creationId="{D1AD2C40-28A6-4818-0CD9-DEC5516DFCDA}"/>
            </ac:spMkLst>
          </pc:spChg>
        </pc:sldLayoutChg>
      </pc:sldMasterChg>
      <pc:sldMasterChg chg="modSldLayout">
        <pc:chgData name="Tien Nguyen" userId="ed77cc8591eb2ea7" providerId="LiveId" clId="{AE229743-66AB-4810-9ED2-153A3C7E6A8A}" dt="2024-11-15T04:04:19.337" v="318" actId="403"/>
        <pc:sldMasterMkLst>
          <pc:docMk/>
          <pc:sldMasterMk cId="738037722" sldId="2147483660"/>
        </pc:sldMasterMkLst>
        <pc:sldLayoutChg chg="modSp">
          <pc:chgData name="Tien Nguyen" userId="ed77cc8591eb2ea7" providerId="LiveId" clId="{AE229743-66AB-4810-9ED2-153A3C7E6A8A}" dt="2024-11-15T04:04:19.337" v="318" actId="403"/>
          <pc:sldLayoutMkLst>
            <pc:docMk/>
            <pc:sldMasterMk cId="738037722" sldId="2147483660"/>
            <pc:sldLayoutMk cId="110767486" sldId="2147483662"/>
          </pc:sldLayoutMkLst>
          <pc:spChg chg="mod">
            <ac:chgData name="Tien Nguyen" userId="ed77cc8591eb2ea7" providerId="LiveId" clId="{AE229743-66AB-4810-9ED2-153A3C7E6A8A}" dt="2024-11-15T04:04:19.337" v="318" actId="403"/>
            <ac:spMkLst>
              <pc:docMk/>
              <pc:sldMasterMk cId="738037722" sldId="2147483660"/>
              <pc:sldLayoutMk cId="110767486" sldId="2147483662"/>
              <ac:spMk id="3" creationId="{00000000-0000-0000-0000-000000000000}"/>
            </ac:spMkLst>
          </pc:spChg>
        </pc:sldLayoutChg>
      </pc:sldMasterChg>
    </pc:docChg>
  </pc:docChgLst>
  <pc:docChgLst>
    <pc:chgData name="Tien Nguyen" userId="ed77cc8591eb2ea7" providerId="LiveId" clId="{9952C140-15F6-48F1-B889-11347F2E24D0}"/>
    <pc:docChg chg="undo custSel addSld modSld">
      <pc:chgData name="Tien Nguyen" userId="ed77cc8591eb2ea7" providerId="LiveId" clId="{9952C140-15F6-48F1-B889-11347F2E24D0}" dt="2024-08-13T02:16:02.757" v="163" actId="20577"/>
      <pc:docMkLst>
        <pc:docMk/>
      </pc:docMkLst>
      <pc:sldChg chg="modSp new mod">
        <pc:chgData name="Tien Nguyen" userId="ed77cc8591eb2ea7" providerId="LiveId" clId="{9952C140-15F6-48F1-B889-11347F2E24D0}" dt="2024-08-13T02:16:02.757" v="163" actId="20577"/>
        <pc:sldMkLst>
          <pc:docMk/>
          <pc:sldMk cId="3837124913" sldId="256"/>
        </pc:sldMkLst>
        <pc:spChg chg="mod">
          <ac:chgData name="Tien Nguyen" userId="ed77cc8591eb2ea7" providerId="LiveId" clId="{9952C140-15F6-48F1-B889-11347F2E24D0}" dt="2024-08-13T02:16:02.757" v="163" actId="20577"/>
          <ac:spMkLst>
            <pc:docMk/>
            <pc:sldMk cId="3837124913" sldId="256"/>
            <ac:spMk id="2" creationId="{0DEF1757-9814-54ED-F0BA-C6D025DDEDC0}"/>
          </ac:spMkLst>
        </pc:spChg>
        <pc:spChg chg="mod">
          <ac:chgData name="Tien Nguyen" userId="ed77cc8591eb2ea7" providerId="LiveId" clId="{9952C140-15F6-48F1-B889-11347F2E24D0}" dt="2024-08-13T02:08:25.714" v="57" actId="20577"/>
          <ac:spMkLst>
            <pc:docMk/>
            <pc:sldMk cId="3837124913" sldId="256"/>
            <ac:spMk id="3" creationId="{E00A1C33-D3F7-9518-7188-18DBCC0624F9}"/>
          </ac:spMkLst>
        </pc:spChg>
      </pc:sldChg>
      <pc:sldChg chg="modSp new mod">
        <pc:chgData name="Tien Nguyen" userId="ed77cc8591eb2ea7" providerId="LiveId" clId="{9952C140-15F6-48F1-B889-11347F2E24D0}" dt="2024-08-13T02:09:57.073" v="88"/>
        <pc:sldMkLst>
          <pc:docMk/>
          <pc:sldMk cId="3672167818" sldId="257"/>
        </pc:sldMkLst>
        <pc:spChg chg="mod">
          <ac:chgData name="Tien Nguyen" userId="ed77cc8591eb2ea7" providerId="LiveId" clId="{9952C140-15F6-48F1-B889-11347F2E24D0}" dt="2024-08-13T02:08:36.544" v="72" actId="20577"/>
          <ac:spMkLst>
            <pc:docMk/>
            <pc:sldMk cId="3672167818" sldId="257"/>
            <ac:spMk id="2" creationId="{D098CAAE-EADD-F2B3-A89E-B22012D80C83}"/>
          </ac:spMkLst>
        </pc:spChg>
        <pc:spChg chg="mod">
          <ac:chgData name="Tien Nguyen" userId="ed77cc8591eb2ea7" providerId="LiveId" clId="{9952C140-15F6-48F1-B889-11347F2E24D0}" dt="2024-08-13T02:09:57.073" v="88"/>
          <ac:spMkLst>
            <pc:docMk/>
            <pc:sldMk cId="3672167818" sldId="257"/>
            <ac:spMk id="3" creationId="{EBC41BD1-AD1D-1FE7-19F6-360715A8F58A}"/>
          </ac:spMkLst>
        </pc:spChg>
      </pc:sldChg>
      <pc:sldChg chg="modSp add mod">
        <pc:chgData name="Tien Nguyen" userId="ed77cc8591eb2ea7" providerId="LiveId" clId="{9952C140-15F6-48F1-B889-11347F2E24D0}" dt="2024-08-13T02:10:37.186" v="119" actId="6549"/>
        <pc:sldMkLst>
          <pc:docMk/>
          <pc:sldMk cId="1414417089" sldId="258"/>
        </pc:sldMkLst>
        <pc:spChg chg="mod">
          <ac:chgData name="Tien Nguyen" userId="ed77cc8591eb2ea7" providerId="LiveId" clId="{9952C140-15F6-48F1-B889-11347F2E24D0}" dt="2024-08-13T02:10:37.186" v="119" actId="6549"/>
          <ac:spMkLst>
            <pc:docMk/>
            <pc:sldMk cId="1414417089" sldId="258"/>
            <ac:spMk id="3" creationId="{EBC41BD1-AD1D-1FE7-19F6-360715A8F58A}"/>
          </ac:spMkLst>
        </pc:spChg>
      </pc:sldChg>
      <pc:sldChg chg="modSp new mod">
        <pc:chgData name="Tien Nguyen" userId="ed77cc8591eb2ea7" providerId="LiveId" clId="{9952C140-15F6-48F1-B889-11347F2E24D0}" dt="2024-08-13T02:11:58.613" v="143" actId="20577"/>
        <pc:sldMkLst>
          <pc:docMk/>
          <pc:sldMk cId="3579174773" sldId="259"/>
        </pc:sldMkLst>
        <pc:spChg chg="mod">
          <ac:chgData name="Tien Nguyen" userId="ed77cc8591eb2ea7" providerId="LiveId" clId="{9952C140-15F6-48F1-B889-11347F2E24D0}" dt="2024-08-13T02:11:01.212" v="135" actId="20577"/>
          <ac:spMkLst>
            <pc:docMk/>
            <pc:sldMk cId="3579174773" sldId="259"/>
            <ac:spMk id="2" creationId="{3FFC879D-4813-0AA4-7849-3F85B1E67409}"/>
          </ac:spMkLst>
        </pc:spChg>
        <pc:spChg chg="mod">
          <ac:chgData name="Tien Nguyen" userId="ed77cc8591eb2ea7" providerId="LiveId" clId="{9952C140-15F6-48F1-B889-11347F2E24D0}" dt="2024-08-13T02:11:58.613" v="143" actId="20577"/>
          <ac:spMkLst>
            <pc:docMk/>
            <pc:sldMk cId="3579174773" sldId="259"/>
            <ac:spMk id="3" creationId="{3E470283-41D1-BE61-7C6E-9324656EA8A2}"/>
          </ac:spMkLst>
        </pc:spChg>
      </pc:sldChg>
      <pc:sldChg chg="modSp add mod">
        <pc:chgData name="Tien Nguyen" userId="ed77cc8591eb2ea7" providerId="LiveId" clId="{9952C140-15F6-48F1-B889-11347F2E24D0}" dt="2024-08-13T02:12:32.515" v="150" actId="20577"/>
        <pc:sldMkLst>
          <pc:docMk/>
          <pc:sldMk cId="3281186414" sldId="260"/>
        </pc:sldMkLst>
        <pc:spChg chg="mod">
          <ac:chgData name="Tien Nguyen" userId="ed77cc8591eb2ea7" providerId="LiveId" clId="{9952C140-15F6-48F1-B889-11347F2E24D0}" dt="2024-08-13T02:12:32.515" v="150" actId="20577"/>
          <ac:spMkLst>
            <pc:docMk/>
            <pc:sldMk cId="3281186414" sldId="260"/>
            <ac:spMk id="3" creationId="{3E470283-41D1-BE61-7C6E-9324656EA8A2}"/>
          </ac:spMkLst>
        </pc:spChg>
      </pc:sldChg>
      <pc:sldChg chg="modSp add mod">
        <pc:chgData name="Tien Nguyen" userId="ed77cc8591eb2ea7" providerId="LiveId" clId="{9952C140-15F6-48F1-B889-11347F2E24D0}" dt="2024-08-13T02:12:53.581" v="155" actId="6549"/>
        <pc:sldMkLst>
          <pc:docMk/>
          <pc:sldMk cId="1469417398" sldId="261"/>
        </pc:sldMkLst>
        <pc:spChg chg="mod">
          <ac:chgData name="Tien Nguyen" userId="ed77cc8591eb2ea7" providerId="LiveId" clId="{9952C140-15F6-48F1-B889-11347F2E24D0}" dt="2024-08-13T02:12:53.581" v="155" actId="6549"/>
          <ac:spMkLst>
            <pc:docMk/>
            <pc:sldMk cId="1469417398" sldId="261"/>
            <ac:spMk id="3" creationId="{3E470283-41D1-BE61-7C6E-9324656EA8A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7E5B56-F878-4933-91FC-D54B52740614}" type="datetimeFigureOut">
              <a:rPr lang="en-US" smtClean="0"/>
              <a:t>2/25/2025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63C16-117A-4F66-BE03-F37E4874B9EF}" type="slidenum">
              <a:rPr lang="en-US" smtClean="0"/>
              <a:t>‹#›</a:t>
            </a:fld>
            <a:endParaRPr lang="en-US"/>
          </a:p>
        </p:txBody>
      </p:sp>
    </p:spTree>
    <p:extLst>
      <p:ext uri="{BB962C8B-B14F-4D97-AF65-F5344CB8AC3E}">
        <p14:creationId xmlns:p14="http://schemas.microsoft.com/office/powerpoint/2010/main" val="1822099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1363C16-117A-4F66-BE03-F37E4874B9EF}" type="slidenum">
              <a:rPr lang="en-US" smtClean="0"/>
              <a:t>19</a:t>
            </a:fld>
            <a:endParaRPr lang="en-US"/>
          </a:p>
        </p:txBody>
      </p:sp>
    </p:spTree>
    <p:extLst>
      <p:ext uri="{BB962C8B-B14F-4D97-AF65-F5344CB8AC3E}">
        <p14:creationId xmlns:p14="http://schemas.microsoft.com/office/powerpoint/2010/main" val="4080227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74A357-2ADB-43F9-B99F-D79F20874CEC}" type="datetimeFigureOut">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3785478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74A357-2ADB-43F9-B99F-D79F20874CEC}" type="datetimeFigureOut">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110767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74A357-2ADB-43F9-B99F-D79F20874CEC}" type="datetimeFigureOut">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616346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74A357-2ADB-43F9-B99F-D79F20874CEC}" type="datetimeFigureOut">
              <a:rPr lang="en-US" smtClean="0"/>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3529819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74A357-2ADB-43F9-B99F-D79F20874CEC}" type="datetimeFigureOut">
              <a:rPr lang="en-US" smtClean="0"/>
              <a:t>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2067688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74A357-2ADB-43F9-B99F-D79F20874CEC}" type="datetimeFigureOut">
              <a:rPr lang="en-US" smtClean="0"/>
              <a:t>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3883954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74A357-2ADB-43F9-B99F-D79F20874CEC}" type="datetimeFigureOut">
              <a:rPr lang="en-US" smtClean="0"/>
              <a:t>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928901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74A357-2ADB-43F9-B99F-D79F20874CEC}" type="datetimeFigureOut">
              <a:rPr lang="en-US" smtClean="0"/>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2293767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74A357-2ADB-43F9-B99F-D79F20874CEC}" type="datetimeFigureOut">
              <a:rPr lang="en-US" smtClean="0"/>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397020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74A357-2ADB-43F9-B99F-D79F20874CEC}" type="datetimeFigureOut">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1302201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74A357-2ADB-43F9-B99F-D79F20874CEC}" type="datetimeFigureOut">
              <a:rPr lang="en-US" smtClean="0"/>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E5D002-E6BF-495A-A5EE-193AB83E2FC0}" type="slidenum">
              <a:rPr lang="en-US" smtClean="0"/>
              <a:t>‹#›</a:t>
            </a:fld>
            <a:endParaRPr lang="en-US"/>
          </a:p>
        </p:txBody>
      </p:sp>
    </p:spTree>
    <p:extLst>
      <p:ext uri="{BB962C8B-B14F-4D97-AF65-F5344CB8AC3E}">
        <p14:creationId xmlns:p14="http://schemas.microsoft.com/office/powerpoint/2010/main" val="1504263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74A357-2ADB-43F9-B99F-D79F20874CEC}" type="datetimeFigureOut">
              <a:rPr lang="en-US" smtClean="0"/>
              <a:t>2/25/2025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E5D002-E6BF-495A-A5EE-193AB83E2FC0}" type="slidenum">
              <a:rPr lang="en-US" smtClean="0"/>
              <a:t>‹#›</a:t>
            </a:fld>
            <a:endParaRPr lang="en-US"/>
          </a:p>
        </p:txBody>
      </p:sp>
    </p:spTree>
    <p:extLst>
      <p:ext uri="{BB962C8B-B14F-4D97-AF65-F5344CB8AC3E}">
        <p14:creationId xmlns:p14="http://schemas.microsoft.com/office/powerpoint/2010/main" val="7380377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docs.live.net/ed77cc8591eb2ea7/01_Teaching/LTHDT%20(PF2)%20with%20Java/01_Slides/00-EIU/00_K23/Examples/Chapter%206%20Solid/RefactoredUserService.java" TargetMode="External"/><Relationship Id="rId2" Type="http://schemas.openxmlformats.org/officeDocument/2006/relationships/hyperlink" Target="https://d.docs.live.net/ed77cc8591eb2ea7/01_Teaching/LTHDT%20(PF2)%20with%20Java/01_Slides/00-EIU/00_K23/Examples/Chapter%206%20Solid/UserService.java"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docs.live.net/ed77cc8591eb2ea7/01_Teaching/LTHDT%20(PF2)%20with%20Java/01_Slides/00-EIU/00_K23/Examples/Chapter%206%20Solid/RefactoredUserService.java" TargetMode="External"/><Relationship Id="rId2" Type="http://schemas.openxmlformats.org/officeDocument/2006/relationships/hyperlink" Target="https://d.docs.live.net/ed77cc8591eb2ea7/01_Teaching/LTHDT%20(PF2)%20with%20Java/01_Slides/00-EIU/00_K23/Examples/Chapter%206%20Solid/UserService.java"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docs.live.net/ed77cc8591eb2ea7/01_Teaching/LTHDT%20(PF2)%20with%20Java/01_Slides/00-EIU/00_K23/Examples/Chapter%206%20Solid/RefactoredLongMethod.java" TargetMode="External"/><Relationship Id="rId2" Type="http://schemas.openxmlformats.org/officeDocument/2006/relationships/hyperlink" Target="https://d.docs.live.net/ed77cc8591eb2ea7/01_Teaching/LTHDT%20(PF2)%20with%20Java/01_Slides/00-EIU/00_K23/Examples/Chapter%206%20Solid/LongMethod.java"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docs.live.net/ed77cc8591eb2ea7/01_Teaching/LTHDT%20(PF2)%20with%20Java/01_Slides/00-EIU/00_K23/Examples/Chapter%206%20Solid/RefactoredOrderProcessor.java" TargetMode="External"/><Relationship Id="rId2" Type="http://schemas.openxmlformats.org/officeDocument/2006/relationships/hyperlink" Target="https://d.docs.live.net/ed77cc8591eb2ea7/01_Teaching/LTHDT%20(PF2)%20with%20Java/01_Slides/00-EIU/00_K23/Examples/Chapter%206%20Solid/OrderProcessor.java"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refactoring.guru/smells/parallel-inheritance-hierarchie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tan-jun-bang.medium.com/what-is-open-closed-principle-15b7b85dadf7" TargetMode="External"/><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tan-jun-bang.medium.com/what-is-open-closed-principle-15b7b85dadf7" TargetMode="Externa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3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hyperlink" Target="https://stg-tud.github.io/sedc/Lecture/ws13-14/3.5-DIP.html#mode=document" TargetMode="External"/><Relationship Id="rId4" Type="http://schemas.openxmlformats.org/officeDocument/2006/relationships/image" Target="../media/image13.svg"/></Relationships>
</file>

<file path=ppt/slides/_rels/slide4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hyperlink" Target="https://stg-tud.github.io/sedc/Lecture/ws13-14/3.5-DIP.html#mode=document" TargetMode="Externa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F1757-9814-54ED-F0BA-C6D025DDEDC0}"/>
              </a:ext>
            </a:extLst>
          </p:cNvPr>
          <p:cNvSpPr>
            <a:spLocks noGrp="1"/>
          </p:cNvSpPr>
          <p:nvPr>
            <p:ph type="ctrTitle"/>
          </p:nvPr>
        </p:nvSpPr>
        <p:spPr/>
        <p:txBody>
          <a:bodyPr/>
          <a:lstStyle/>
          <a:p>
            <a:r>
              <a:rPr lang="en-US" dirty="0"/>
              <a:t>SOLID</a:t>
            </a:r>
          </a:p>
        </p:txBody>
      </p:sp>
      <p:sp>
        <p:nvSpPr>
          <p:cNvPr id="3" name="Subtitle 2">
            <a:extLst>
              <a:ext uri="{FF2B5EF4-FFF2-40B4-BE49-F238E27FC236}">
                <a16:creationId xmlns:a16="http://schemas.microsoft.com/office/drawing/2014/main" id="{E00A1C33-D3F7-9518-7188-18DBCC0624F9}"/>
              </a:ext>
            </a:extLst>
          </p:cNvPr>
          <p:cNvSpPr>
            <a:spLocks noGrp="1"/>
          </p:cNvSpPr>
          <p:nvPr>
            <p:ph type="subTitle" idx="1"/>
          </p:nvPr>
        </p:nvSpPr>
        <p:spPr/>
        <p:txBody>
          <a:bodyPr/>
          <a:lstStyle/>
          <a:p>
            <a:r>
              <a:rPr lang="en-US"/>
              <a:t>Tien Nguyen</a:t>
            </a:r>
          </a:p>
        </p:txBody>
      </p:sp>
    </p:spTree>
    <p:extLst>
      <p:ext uri="{BB962C8B-B14F-4D97-AF65-F5344CB8AC3E}">
        <p14:creationId xmlns:p14="http://schemas.microsoft.com/office/powerpoint/2010/main" val="3837124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620BF-4886-2875-4B89-6AF949464858}"/>
              </a:ext>
            </a:extLst>
          </p:cNvPr>
          <p:cNvSpPr>
            <a:spLocks noGrp="1"/>
          </p:cNvSpPr>
          <p:nvPr>
            <p:ph type="title"/>
          </p:nvPr>
        </p:nvSpPr>
        <p:spPr/>
        <p:txBody>
          <a:bodyPr/>
          <a:lstStyle/>
          <a:p>
            <a:r>
              <a:rPr lang="en-US"/>
              <a:t>Contents</a:t>
            </a:r>
          </a:p>
        </p:txBody>
      </p:sp>
      <p:sp>
        <p:nvSpPr>
          <p:cNvPr id="3" name="Content Placeholder 2">
            <a:extLst>
              <a:ext uri="{FF2B5EF4-FFF2-40B4-BE49-F238E27FC236}">
                <a16:creationId xmlns:a16="http://schemas.microsoft.com/office/drawing/2014/main" id="{9BED226A-9282-D7C2-67B4-FF89DF4846C4}"/>
              </a:ext>
            </a:extLst>
          </p:cNvPr>
          <p:cNvSpPr>
            <a:spLocks noGrp="1"/>
          </p:cNvSpPr>
          <p:nvPr>
            <p:ph idx="1"/>
          </p:nvPr>
        </p:nvSpPr>
        <p:spPr>
          <a:xfrm>
            <a:off x="2152651" y="1581152"/>
            <a:ext cx="7724775" cy="4748213"/>
          </a:xfrm>
        </p:spPr>
        <p:txBody>
          <a:bodyPr>
            <a:normAutofit lnSpcReduction="10000"/>
          </a:bodyPr>
          <a:lstStyle/>
          <a:p>
            <a:r>
              <a:rPr lang="en-US"/>
              <a:t>OOP principles</a:t>
            </a:r>
          </a:p>
          <a:p>
            <a:pPr lvl="1"/>
            <a:r>
              <a:rPr lang="en-US"/>
              <a:t>Abstraction</a:t>
            </a:r>
          </a:p>
          <a:p>
            <a:pPr lvl="1"/>
            <a:r>
              <a:rPr lang="en-US"/>
              <a:t>Encapsulation</a:t>
            </a:r>
          </a:p>
          <a:p>
            <a:pPr lvl="1"/>
            <a:r>
              <a:rPr lang="en-US"/>
              <a:t>Inherritance</a:t>
            </a:r>
          </a:p>
          <a:p>
            <a:pPr lvl="1"/>
            <a:r>
              <a:rPr lang="en-US"/>
              <a:t>Polymorphism</a:t>
            </a:r>
          </a:p>
          <a:p>
            <a:r>
              <a:rPr lang="en-US"/>
              <a:t>SOLID</a:t>
            </a:r>
          </a:p>
          <a:p>
            <a:pPr lvl="1"/>
            <a:r>
              <a:rPr lang="en-US" b="1"/>
              <a:t>S</a:t>
            </a:r>
            <a:r>
              <a:rPr lang="en-US"/>
              <a:t>ingle Responsibility Principle (SRP)</a:t>
            </a:r>
          </a:p>
          <a:p>
            <a:pPr lvl="1"/>
            <a:r>
              <a:rPr lang="en-US" b="1"/>
              <a:t>O</a:t>
            </a:r>
            <a:r>
              <a:rPr lang="en-US"/>
              <a:t>pen-Closed Principle (OCP)</a:t>
            </a:r>
          </a:p>
          <a:p>
            <a:pPr lvl="1"/>
            <a:r>
              <a:rPr lang="en-US" b="1"/>
              <a:t>L</a:t>
            </a:r>
            <a:r>
              <a:rPr lang="en-US"/>
              <a:t>iskov Substitution Principle (LSP)</a:t>
            </a:r>
          </a:p>
          <a:p>
            <a:pPr lvl="1"/>
            <a:r>
              <a:rPr lang="en-US" b="1"/>
              <a:t>I</a:t>
            </a:r>
            <a:r>
              <a:rPr lang="en-US"/>
              <a:t>nterface Segregation Principle (ISP)</a:t>
            </a:r>
          </a:p>
          <a:p>
            <a:pPr lvl="1"/>
            <a:r>
              <a:rPr lang="en-US" b="1"/>
              <a:t>D</a:t>
            </a:r>
            <a:r>
              <a:rPr lang="en-US"/>
              <a:t>ependency Inversion Principle (DIP)</a:t>
            </a:r>
          </a:p>
          <a:p>
            <a:pPr lvl="1"/>
            <a:endParaRPr lang="en-US"/>
          </a:p>
        </p:txBody>
      </p:sp>
    </p:spTree>
    <p:extLst>
      <p:ext uri="{BB962C8B-B14F-4D97-AF65-F5344CB8AC3E}">
        <p14:creationId xmlns:p14="http://schemas.microsoft.com/office/powerpoint/2010/main" val="4111354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E4954-B474-5DAC-3A99-5864EF46E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EE426-90A0-AF90-A4ED-91AA95A9938B}"/>
              </a:ext>
            </a:extLst>
          </p:cNvPr>
          <p:cNvSpPr>
            <a:spLocks noGrp="1"/>
          </p:cNvSpPr>
          <p:nvPr>
            <p:ph type="title"/>
          </p:nvPr>
        </p:nvSpPr>
        <p:spPr/>
        <p:txBody>
          <a:bodyPr/>
          <a:lstStyle/>
          <a:p>
            <a:r>
              <a:rPr lang="en-US"/>
              <a:t>OOP principles</a:t>
            </a:r>
          </a:p>
        </p:txBody>
      </p:sp>
      <p:sp>
        <p:nvSpPr>
          <p:cNvPr id="3" name="Content Placeholder 2">
            <a:extLst>
              <a:ext uri="{FF2B5EF4-FFF2-40B4-BE49-F238E27FC236}">
                <a16:creationId xmlns:a16="http://schemas.microsoft.com/office/drawing/2014/main" id="{C01A9743-D289-2C9B-A000-161BAF2385A6}"/>
              </a:ext>
            </a:extLst>
          </p:cNvPr>
          <p:cNvSpPr>
            <a:spLocks noGrp="1"/>
          </p:cNvSpPr>
          <p:nvPr>
            <p:ph idx="1"/>
          </p:nvPr>
        </p:nvSpPr>
        <p:spPr/>
        <p:txBody>
          <a:bodyPr/>
          <a:lstStyle/>
          <a:p>
            <a:r>
              <a:rPr lang="en-US" b="0" i="0">
                <a:solidFill>
                  <a:srgbClr val="000000"/>
                </a:solidFill>
                <a:effectLst/>
                <a:highlight>
                  <a:srgbClr val="FFFFFF"/>
                </a:highlight>
                <a:latin typeface="Open Sans" panose="020B0606030504020204" pitchFamily="34" charset="0"/>
              </a:rPr>
              <a:t>Abstraction</a:t>
            </a:r>
            <a:r>
              <a:rPr lang="en-US" i="0" cap="all">
                <a:solidFill>
                  <a:srgbClr val="000000"/>
                </a:solidFill>
                <a:effectLst/>
                <a:highlight>
                  <a:srgbClr val="FFFFFF"/>
                </a:highlight>
                <a:latin typeface="Proxima Nova"/>
              </a:rPr>
              <a:t>: </a:t>
            </a:r>
            <a:endParaRPr lang="en-US" b="0" i="0">
              <a:solidFill>
                <a:srgbClr val="000000"/>
              </a:solidFill>
              <a:effectLst/>
              <a:highlight>
                <a:srgbClr val="FFFFFF"/>
              </a:highlight>
              <a:latin typeface="Open Sans" panose="020B0606030504020204" pitchFamily="34" charset="0"/>
            </a:endParaRPr>
          </a:p>
          <a:p>
            <a:pPr lvl="1"/>
            <a:r>
              <a:rPr lang="en-US" b="0" i="0">
                <a:solidFill>
                  <a:srgbClr val="000000"/>
                </a:solidFill>
                <a:effectLst/>
                <a:highlight>
                  <a:srgbClr val="FFFFFF"/>
                </a:highlight>
                <a:latin typeface="Open Sans" panose="020B0606030504020204" pitchFamily="34" charset="0"/>
              </a:rPr>
              <a:t>Focus on a system's essential elements </a:t>
            </a:r>
          </a:p>
          <a:p>
            <a:pPr lvl="1"/>
            <a:r>
              <a:rPr lang="en-US" b="0" i="0">
                <a:solidFill>
                  <a:srgbClr val="000000"/>
                </a:solidFill>
                <a:effectLst/>
                <a:highlight>
                  <a:srgbClr val="FFFFFF"/>
                </a:highlight>
                <a:latin typeface="Open Sans" panose="020B0606030504020204" pitchFamily="34" charset="0"/>
              </a:rPr>
              <a:t>Ignore the less important details that have no effect on its key features.</a:t>
            </a:r>
            <a:r>
              <a:rPr lang="en-US" b="1" i="0" cap="all">
                <a:solidFill>
                  <a:srgbClr val="000000"/>
                </a:solidFill>
                <a:effectLst/>
                <a:highlight>
                  <a:srgbClr val="FFFFFF"/>
                </a:highlight>
                <a:latin typeface="Proxima Nova"/>
              </a:rPr>
              <a:t> </a:t>
            </a:r>
          </a:p>
          <a:p>
            <a:endParaRPr lang="en-US" i="0" cap="all">
              <a:solidFill>
                <a:srgbClr val="000000"/>
              </a:solidFill>
              <a:effectLst/>
              <a:highlight>
                <a:srgbClr val="FFFFFF"/>
              </a:highlight>
              <a:latin typeface="Proxima Nova"/>
            </a:endParaRPr>
          </a:p>
          <a:p>
            <a:endParaRPr lang="en-US"/>
          </a:p>
        </p:txBody>
      </p:sp>
    </p:spTree>
    <p:extLst>
      <p:ext uri="{BB962C8B-B14F-4D97-AF65-F5344CB8AC3E}">
        <p14:creationId xmlns:p14="http://schemas.microsoft.com/office/powerpoint/2010/main" val="2226364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F5610-DAFE-9D93-B9A3-95EE7431C1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2213B-B46A-994A-B92B-8AA12665F7FA}"/>
              </a:ext>
            </a:extLst>
          </p:cNvPr>
          <p:cNvSpPr>
            <a:spLocks noGrp="1"/>
          </p:cNvSpPr>
          <p:nvPr>
            <p:ph type="title"/>
          </p:nvPr>
        </p:nvSpPr>
        <p:spPr/>
        <p:txBody>
          <a:bodyPr/>
          <a:lstStyle/>
          <a:p>
            <a:r>
              <a:rPr lang="en-US"/>
              <a:t>OOP principles</a:t>
            </a:r>
          </a:p>
        </p:txBody>
      </p:sp>
      <p:sp>
        <p:nvSpPr>
          <p:cNvPr id="3" name="Content Placeholder 2">
            <a:extLst>
              <a:ext uri="{FF2B5EF4-FFF2-40B4-BE49-F238E27FC236}">
                <a16:creationId xmlns:a16="http://schemas.microsoft.com/office/drawing/2014/main" id="{2F2E2BFD-28CC-B639-9ACD-713CB8555DF9}"/>
              </a:ext>
            </a:extLst>
          </p:cNvPr>
          <p:cNvSpPr>
            <a:spLocks noGrp="1"/>
          </p:cNvSpPr>
          <p:nvPr>
            <p:ph idx="1"/>
          </p:nvPr>
        </p:nvSpPr>
        <p:spPr/>
        <p:txBody>
          <a:bodyPr/>
          <a:lstStyle/>
          <a:p>
            <a:r>
              <a:rPr lang="en-US" b="0" i="0">
                <a:solidFill>
                  <a:srgbClr val="000000"/>
                </a:solidFill>
                <a:effectLst/>
                <a:highlight>
                  <a:srgbClr val="FFFFFF"/>
                </a:highlight>
                <a:latin typeface="Open Sans" panose="020B0606030504020204" pitchFamily="34" charset="0"/>
              </a:rPr>
              <a:t>Abstraction</a:t>
            </a:r>
            <a:r>
              <a:rPr lang="en-US" i="0" cap="all">
                <a:solidFill>
                  <a:srgbClr val="000000"/>
                </a:solidFill>
                <a:effectLst/>
                <a:highlight>
                  <a:srgbClr val="FFFFFF"/>
                </a:highlight>
                <a:latin typeface="Proxima Nova"/>
              </a:rPr>
              <a:t>: </a:t>
            </a:r>
            <a:endParaRPr lang="en-US" b="0" i="0">
              <a:solidFill>
                <a:srgbClr val="000000"/>
              </a:solidFill>
              <a:effectLst/>
              <a:highlight>
                <a:srgbClr val="FFFFFF"/>
              </a:highlight>
              <a:latin typeface="Open Sans" panose="020B0606030504020204" pitchFamily="34" charset="0"/>
            </a:endParaRPr>
          </a:p>
          <a:p>
            <a:endParaRPr lang="en-US" i="0" cap="all">
              <a:solidFill>
                <a:srgbClr val="000000"/>
              </a:solidFill>
              <a:effectLst/>
              <a:highlight>
                <a:srgbClr val="FFFFFF"/>
              </a:highlight>
              <a:latin typeface="Proxima Nova"/>
            </a:endParaRPr>
          </a:p>
          <a:p>
            <a:endParaRPr lang="en-US"/>
          </a:p>
        </p:txBody>
      </p:sp>
      <p:pic>
        <p:nvPicPr>
          <p:cNvPr id="1026" name="Picture 2" descr="Abstraction in OOPs">
            <a:extLst>
              <a:ext uri="{FF2B5EF4-FFF2-40B4-BE49-F238E27FC236}">
                <a16:creationId xmlns:a16="http://schemas.microsoft.com/office/drawing/2014/main" id="{F0F202A2-9F57-EB26-3FE4-17EF9D55B4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1865" y="2257425"/>
            <a:ext cx="5743575" cy="308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8724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8CAAE-EADD-F2B3-A89E-B22012D80C83}"/>
              </a:ext>
            </a:extLst>
          </p:cNvPr>
          <p:cNvSpPr>
            <a:spLocks noGrp="1"/>
          </p:cNvSpPr>
          <p:nvPr>
            <p:ph type="title"/>
          </p:nvPr>
        </p:nvSpPr>
        <p:spPr/>
        <p:txBody>
          <a:bodyPr/>
          <a:lstStyle/>
          <a:p>
            <a:r>
              <a:rPr lang="en-US"/>
              <a:t>OOP principles</a:t>
            </a:r>
          </a:p>
        </p:txBody>
      </p:sp>
      <p:sp>
        <p:nvSpPr>
          <p:cNvPr id="3" name="Content Placeholder 2">
            <a:extLst>
              <a:ext uri="{FF2B5EF4-FFF2-40B4-BE49-F238E27FC236}">
                <a16:creationId xmlns:a16="http://schemas.microsoft.com/office/drawing/2014/main" id="{EBC41BD1-AD1D-1FE7-19F6-360715A8F58A}"/>
              </a:ext>
            </a:extLst>
          </p:cNvPr>
          <p:cNvSpPr>
            <a:spLocks noGrp="1"/>
          </p:cNvSpPr>
          <p:nvPr>
            <p:ph idx="1"/>
          </p:nvPr>
        </p:nvSpPr>
        <p:spPr/>
        <p:txBody>
          <a:bodyPr/>
          <a:lstStyle/>
          <a:p>
            <a:r>
              <a:rPr lang="en-US" b="0" i="0">
                <a:solidFill>
                  <a:srgbClr val="000000"/>
                </a:solidFill>
                <a:effectLst/>
                <a:highlight>
                  <a:srgbClr val="FFFFFF"/>
                </a:highlight>
                <a:latin typeface="Open Sans" panose="020B0606030504020204" pitchFamily="34" charset="0"/>
              </a:rPr>
              <a:t>Encapsulation </a:t>
            </a:r>
            <a:r>
              <a:rPr lang="en-US" i="0" cap="all">
                <a:solidFill>
                  <a:srgbClr val="000000"/>
                </a:solidFill>
                <a:effectLst/>
                <a:highlight>
                  <a:srgbClr val="FFFFFF"/>
                </a:highlight>
                <a:latin typeface="Proxima Nova"/>
              </a:rPr>
              <a:t>: </a:t>
            </a:r>
          </a:p>
          <a:p>
            <a:pPr lvl="1"/>
            <a:r>
              <a:rPr lang="en-US" b="0" i="0">
                <a:solidFill>
                  <a:srgbClr val="000000"/>
                </a:solidFill>
                <a:effectLst/>
                <a:highlight>
                  <a:srgbClr val="FFFFFF"/>
                </a:highlight>
                <a:latin typeface="Open Sans" panose="020B0606030504020204" pitchFamily="34" charset="0"/>
              </a:rPr>
              <a:t>Refers to the combining of data and code into a single object </a:t>
            </a:r>
          </a:p>
          <a:p>
            <a:pPr lvl="1"/>
            <a:r>
              <a:rPr lang="en-US" b="0" i="0">
                <a:solidFill>
                  <a:srgbClr val="000000"/>
                </a:solidFill>
                <a:effectLst/>
                <a:highlight>
                  <a:srgbClr val="FFFFFF"/>
                </a:highlight>
                <a:latin typeface="Open Sans" panose="020B0606030504020204" pitchFamily="34" charset="0"/>
              </a:rPr>
              <a:t>Only object’s methods may then directly access and make changes to the object’s data.</a:t>
            </a:r>
            <a:endParaRPr lang="en-US" i="0" cap="all">
              <a:solidFill>
                <a:srgbClr val="000000"/>
              </a:solidFill>
              <a:effectLst/>
              <a:highlight>
                <a:srgbClr val="FFFFFF"/>
              </a:highlight>
              <a:latin typeface="Proxima Nova"/>
            </a:endParaRPr>
          </a:p>
          <a:p>
            <a:endParaRPr lang="en-US"/>
          </a:p>
        </p:txBody>
      </p:sp>
    </p:spTree>
    <p:extLst>
      <p:ext uri="{BB962C8B-B14F-4D97-AF65-F5344CB8AC3E}">
        <p14:creationId xmlns:p14="http://schemas.microsoft.com/office/powerpoint/2010/main" val="3672167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51182-076F-E796-667F-746A6F28C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3CAE2-8F6E-A984-709A-0DA8B366C88F}"/>
              </a:ext>
            </a:extLst>
          </p:cNvPr>
          <p:cNvSpPr>
            <a:spLocks noGrp="1"/>
          </p:cNvSpPr>
          <p:nvPr>
            <p:ph type="title"/>
          </p:nvPr>
        </p:nvSpPr>
        <p:spPr/>
        <p:txBody>
          <a:bodyPr/>
          <a:lstStyle/>
          <a:p>
            <a:r>
              <a:rPr lang="en-US"/>
              <a:t>OOP principles</a:t>
            </a:r>
          </a:p>
        </p:txBody>
      </p:sp>
      <p:sp>
        <p:nvSpPr>
          <p:cNvPr id="3" name="Content Placeholder 2">
            <a:extLst>
              <a:ext uri="{FF2B5EF4-FFF2-40B4-BE49-F238E27FC236}">
                <a16:creationId xmlns:a16="http://schemas.microsoft.com/office/drawing/2014/main" id="{F7E3D614-4084-8CE7-4CB8-62829C8468FE}"/>
              </a:ext>
            </a:extLst>
          </p:cNvPr>
          <p:cNvSpPr>
            <a:spLocks noGrp="1"/>
          </p:cNvSpPr>
          <p:nvPr>
            <p:ph idx="1"/>
          </p:nvPr>
        </p:nvSpPr>
        <p:spPr/>
        <p:txBody>
          <a:bodyPr/>
          <a:lstStyle/>
          <a:p>
            <a:r>
              <a:rPr lang="en-US" b="0" i="0">
                <a:solidFill>
                  <a:srgbClr val="000000"/>
                </a:solidFill>
                <a:effectLst/>
                <a:highlight>
                  <a:srgbClr val="FFFFFF"/>
                </a:highlight>
                <a:latin typeface="Open Sans" panose="020B0606030504020204" pitchFamily="34" charset="0"/>
              </a:rPr>
              <a:t>Encapsulation </a:t>
            </a:r>
            <a:r>
              <a:rPr lang="en-US" i="0" cap="all">
                <a:solidFill>
                  <a:srgbClr val="000000"/>
                </a:solidFill>
                <a:effectLst/>
                <a:highlight>
                  <a:srgbClr val="FFFFFF"/>
                </a:highlight>
                <a:latin typeface="Proxima Nova"/>
              </a:rPr>
              <a:t>: </a:t>
            </a:r>
          </a:p>
          <a:p>
            <a:endParaRPr lang="en-US" i="0" cap="all">
              <a:solidFill>
                <a:srgbClr val="000000"/>
              </a:solidFill>
              <a:effectLst/>
              <a:highlight>
                <a:srgbClr val="FFFFFF"/>
              </a:highlight>
              <a:latin typeface="Proxima Nova"/>
            </a:endParaRPr>
          </a:p>
          <a:p>
            <a:endParaRPr lang="en-US"/>
          </a:p>
        </p:txBody>
      </p:sp>
      <p:pic>
        <p:nvPicPr>
          <p:cNvPr id="49" name="Picture 48">
            <a:extLst>
              <a:ext uri="{FF2B5EF4-FFF2-40B4-BE49-F238E27FC236}">
                <a16:creationId xmlns:a16="http://schemas.microsoft.com/office/drawing/2014/main" id="{EF9DB942-A395-A27D-5C3E-A9BCB5D5234E}"/>
              </a:ext>
            </a:extLst>
          </p:cNvPr>
          <p:cNvPicPr>
            <a:picLocks noChangeAspect="1"/>
          </p:cNvPicPr>
          <p:nvPr/>
        </p:nvPicPr>
        <p:blipFill>
          <a:blip r:embed="rId2"/>
          <a:stretch>
            <a:fillRect/>
          </a:stretch>
        </p:blipFill>
        <p:spPr>
          <a:xfrm>
            <a:off x="5057525" y="1825625"/>
            <a:ext cx="4496050" cy="4268856"/>
          </a:xfrm>
          <a:prstGeom prst="rect">
            <a:avLst/>
          </a:prstGeom>
        </p:spPr>
      </p:pic>
    </p:spTree>
    <p:extLst>
      <p:ext uri="{BB962C8B-B14F-4D97-AF65-F5344CB8AC3E}">
        <p14:creationId xmlns:p14="http://schemas.microsoft.com/office/powerpoint/2010/main" val="1245108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8CAAE-EADD-F2B3-A89E-B22012D80C83}"/>
              </a:ext>
            </a:extLst>
          </p:cNvPr>
          <p:cNvSpPr>
            <a:spLocks noGrp="1"/>
          </p:cNvSpPr>
          <p:nvPr>
            <p:ph type="title"/>
          </p:nvPr>
        </p:nvSpPr>
        <p:spPr/>
        <p:txBody>
          <a:bodyPr/>
          <a:lstStyle/>
          <a:p>
            <a:r>
              <a:rPr lang="en-US"/>
              <a:t>OOP principles</a:t>
            </a:r>
          </a:p>
        </p:txBody>
      </p:sp>
      <p:sp>
        <p:nvSpPr>
          <p:cNvPr id="3" name="Content Placeholder 2">
            <a:extLst>
              <a:ext uri="{FF2B5EF4-FFF2-40B4-BE49-F238E27FC236}">
                <a16:creationId xmlns:a16="http://schemas.microsoft.com/office/drawing/2014/main" id="{EBC41BD1-AD1D-1FE7-19F6-360715A8F58A}"/>
              </a:ext>
            </a:extLst>
          </p:cNvPr>
          <p:cNvSpPr>
            <a:spLocks noGrp="1"/>
          </p:cNvSpPr>
          <p:nvPr>
            <p:ph idx="1"/>
          </p:nvPr>
        </p:nvSpPr>
        <p:spPr/>
        <p:txBody>
          <a:bodyPr/>
          <a:lstStyle/>
          <a:p>
            <a:r>
              <a:rPr lang="en-US" i="0">
                <a:solidFill>
                  <a:srgbClr val="000000"/>
                </a:solidFill>
                <a:effectLst/>
                <a:highlight>
                  <a:srgbClr val="FFFFFF"/>
                </a:highlight>
                <a:latin typeface="Proxima Nova"/>
              </a:rPr>
              <a:t>Inherritance</a:t>
            </a:r>
            <a:r>
              <a:rPr lang="en-US" i="0" cap="all">
                <a:solidFill>
                  <a:srgbClr val="000000"/>
                </a:solidFill>
                <a:effectLst/>
                <a:highlight>
                  <a:srgbClr val="FFFFFF"/>
                </a:highlight>
                <a:latin typeface="Proxima Nova"/>
              </a:rPr>
              <a:t>: </a:t>
            </a:r>
            <a:r>
              <a:rPr lang="en-US" b="1" i="0" cap="all">
                <a:solidFill>
                  <a:srgbClr val="000000"/>
                </a:solidFill>
                <a:effectLst/>
                <a:highlight>
                  <a:srgbClr val="FFFFFF"/>
                </a:highlight>
                <a:latin typeface="Proxima Nova"/>
              </a:rPr>
              <a:t> </a:t>
            </a:r>
          </a:p>
          <a:p>
            <a:pPr lvl="1"/>
            <a:r>
              <a:rPr lang="en-US"/>
              <a:t>Enables a class to inherit the attributes and methods of another class. </a:t>
            </a:r>
          </a:p>
          <a:p>
            <a:pPr lvl="1"/>
            <a:r>
              <a:rPr lang="en-US"/>
              <a:t>Provides the ability to create new classes by abstracting out common attributes and behaviors from another class.</a:t>
            </a:r>
            <a:endParaRPr lang="en-US" b="1" i="0" cap="all">
              <a:solidFill>
                <a:srgbClr val="000000"/>
              </a:solidFill>
              <a:effectLst/>
              <a:highlight>
                <a:srgbClr val="FFFFFF"/>
              </a:highlight>
              <a:latin typeface="Proxima Nova"/>
            </a:endParaRPr>
          </a:p>
          <a:p>
            <a:endParaRPr lang="en-US" i="0" cap="all">
              <a:solidFill>
                <a:srgbClr val="000000"/>
              </a:solidFill>
              <a:effectLst/>
              <a:highlight>
                <a:srgbClr val="FFFFFF"/>
              </a:highlight>
              <a:latin typeface="Proxima Nova"/>
            </a:endParaRPr>
          </a:p>
          <a:p>
            <a:endParaRPr lang="en-US"/>
          </a:p>
        </p:txBody>
      </p:sp>
    </p:spTree>
    <p:extLst>
      <p:ext uri="{BB962C8B-B14F-4D97-AF65-F5344CB8AC3E}">
        <p14:creationId xmlns:p14="http://schemas.microsoft.com/office/powerpoint/2010/main" val="1414417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9C388-777B-AF8D-4272-1ADA6F2DD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AB66FB-03CB-4090-A85A-1747635CBC0E}"/>
              </a:ext>
            </a:extLst>
          </p:cNvPr>
          <p:cNvSpPr>
            <a:spLocks noGrp="1"/>
          </p:cNvSpPr>
          <p:nvPr>
            <p:ph type="title"/>
          </p:nvPr>
        </p:nvSpPr>
        <p:spPr/>
        <p:txBody>
          <a:bodyPr/>
          <a:lstStyle/>
          <a:p>
            <a:r>
              <a:rPr lang="en-US"/>
              <a:t>OOP principles</a:t>
            </a:r>
          </a:p>
        </p:txBody>
      </p:sp>
      <p:sp>
        <p:nvSpPr>
          <p:cNvPr id="3" name="Content Placeholder 2">
            <a:extLst>
              <a:ext uri="{FF2B5EF4-FFF2-40B4-BE49-F238E27FC236}">
                <a16:creationId xmlns:a16="http://schemas.microsoft.com/office/drawing/2014/main" id="{4E67EDD7-99FA-B74F-F35A-14F9DBA622C6}"/>
              </a:ext>
            </a:extLst>
          </p:cNvPr>
          <p:cNvSpPr>
            <a:spLocks noGrp="1"/>
          </p:cNvSpPr>
          <p:nvPr>
            <p:ph idx="1"/>
          </p:nvPr>
        </p:nvSpPr>
        <p:spPr/>
        <p:txBody>
          <a:bodyPr/>
          <a:lstStyle/>
          <a:p>
            <a:r>
              <a:rPr lang="en-US" i="0">
                <a:solidFill>
                  <a:srgbClr val="000000"/>
                </a:solidFill>
                <a:effectLst/>
                <a:highlight>
                  <a:srgbClr val="FFFFFF"/>
                </a:highlight>
                <a:latin typeface="Proxima Nova"/>
              </a:rPr>
              <a:t>Inherritance</a:t>
            </a:r>
            <a:r>
              <a:rPr lang="en-US" i="0" cap="all">
                <a:solidFill>
                  <a:srgbClr val="000000"/>
                </a:solidFill>
                <a:effectLst/>
                <a:highlight>
                  <a:srgbClr val="FFFFFF"/>
                </a:highlight>
                <a:latin typeface="Proxima Nova"/>
              </a:rPr>
              <a:t>: </a:t>
            </a:r>
            <a:r>
              <a:rPr lang="en-US" b="1" i="0" cap="all">
                <a:solidFill>
                  <a:srgbClr val="000000"/>
                </a:solidFill>
                <a:effectLst/>
                <a:highlight>
                  <a:srgbClr val="FFFFFF"/>
                </a:highlight>
                <a:latin typeface="Proxima Nova"/>
              </a:rPr>
              <a:t> </a:t>
            </a:r>
          </a:p>
          <a:p>
            <a:endParaRPr lang="en-US" i="0" cap="all">
              <a:solidFill>
                <a:srgbClr val="000000"/>
              </a:solidFill>
              <a:effectLst/>
              <a:highlight>
                <a:srgbClr val="FFFFFF"/>
              </a:highlight>
              <a:latin typeface="Proxima Nova"/>
            </a:endParaRPr>
          </a:p>
          <a:p>
            <a:endParaRPr lang="en-US"/>
          </a:p>
        </p:txBody>
      </p:sp>
      <p:pic>
        <p:nvPicPr>
          <p:cNvPr id="5" name="Picture 4" descr="A diagram of a mammal and cat&#10;&#10;Description automatically generated">
            <a:extLst>
              <a:ext uri="{FF2B5EF4-FFF2-40B4-BE49-F238E27FC236}">
                <a16:creationId xmlns:a16="http://schemas.microsoft.com/office/drawing/2014/main" id="{ABBE1776-0E81-958F-E501-1DABCBAED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2978" y="2194179"/>
            <a:ext cx="5762123" cy="3701796"/>
          </a:xfrm>
          <a:prstGeom prst="rect">
            <a:avLst/>
          </a:prstGeom>
        </p:spPr>
      </p:pic>
    </p:spTree>
    <p:extLst>
      <p:ext uri="{BB962C8B-B14F-4D97-AF65-F5344CB8AC3E}">
        <p14:creationId xmlns:p14="http://schemas.microsoft.com/office/powerpoint/2010/main" val="3578973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135FB-3D90-D970-3DB3-2DC489426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8F7BB-8038-7B0F-C4EF-E8DEFD8E2DD5}"/>
              </a:ext>
            </a:extLst>
          </p:cNvPr>
          <p:cNvSpPr>
            <a:spLocks noGrp="1"/>
          </p:cNvSpPr>
          <p:nvPr>
            <p:ph type="title"/>
          </p:nvPr>
        </p:nvSpPr>
        <p:spPr/>
        <p:txBody>
          <a:bodyPr/>
          <a:lstStyle/>
          <a:p>
            <a:r>
              <a:rPr lang="en-US"/>
              <a:t>OOP principles</a:t>
            </a:r>
          </a:p>
        </p:txBody>
      </p:sp>
      <p:sp>
        <p:nvSpPr>
          <p:cNvPr id="3" name="Content Placeholder 2">
            <a:extLst>
              <a:ext uri="{FF2B5EF4-FFF2-40B4-BE49-F238E27FC236}">
                <a16:creationId xmlns:a16="http://schemas.microsoft.com/office/drawing/2014/main" id="{7D5DD262-08B6-321C-CA68-3E4E8C2D7744}"/>
              </a:ext>
            </a:extLst>
          </p:cNvPr>
          <p:cNvSpPr>
            <a:spLocks noGrp="1"/>
          </p:cNvSpPr>
          <p:nvPr>
            <p:ph idx="1"/>
          </p:nvPr>
        </p:nvSpPr>
        <p:spPr/>
        <p:txBody>
          <a:bodyPr/>
          <a:lstStyle/>
          <a:p>
            <a:r>
              <a:rPr lang="en-US" i="0">
                <a:solidFill>
                  <a:srgbClr val="000000"/>
                </a:solidFill>
                <a:effectLst/>
                <a:highlight>
                  <a:srgbClr val="FFFFFF"/>
                </a:highlight>
                <a:latin typeface="Proxima Nova"/>
              </a:rPr>
              <a:t>Inherritance</a:t>
            </a:r>
            <a:r>
              <a:rPr lang="en-US" i="0" cap="all">
                <a:solidFill>
                  <a:srgbClr val="000000"/>
                </a:solidFill>
                <a:effectLst/>
                <a:highlight>
                  <a:srgbClr val="FFFFFF"/>
                </a:highlight>
                <a:latin typeface="Proxima Nova"/>
              </a:rPr>
              <a:t>: </a:t>
            </a:r>
            <a:r>
              <a:rPr lang="en-US" b="1" i="0" cap="all">
                <a:solidFill>
                  <a:srgbClr val="000000"/>
                </a:solidFill>
                <a:effectLst/>
                <a:highlight>
                  <a:srgbClr val="FFFFFF"/>
                </a:highlight>
                <a:latin typeface="Proxima Nova"/>
              </a:rPr>
              <a:t> </a:t>
            </a:r>
          </a:p>
          <a:p>
            <a:endParaRPr lang="en-US" i="0" cap="all">
              <a:solidFill>
                <a:srgbClr val="000000"/>
              </a:solidFill>
              <a:effectLst/>
              <a:highlight>
                <a:srgbClr val="FFFFFF"/>
              </a:highlight>
              <a:latin typeface="Proxima Nova"/>
            </a:endParaRPr>
          </a:p>
          <a:p>
            <a:endParaRPr lang="en-US"/>
          </a:p>
        </p:txBody>
      </p:sp>
      <p:pic>
        <p:nvPicPr>
          <p:cNvPr id="6" name="Picture 5" descr="A diagram of a cat and dog&#10;&#10;Description automatically generated">
            <a:extLst>
              <a:ext uri="{FF2B5EF4-FFF2-40B4-BE49-F238E27FC236}">
                <a16:creationId xmlns:a16="http://schemas.microsoft.com/office/drawing/2014/main" id="{3343D494-832F-7F54-04F6-A719862DD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219" y="1825625"/>
            <a:ext cx="5580640" cy="4351338"/>
          </a:xfrm>
          <a:prstGeom prst="rect">
            <a:avLst/>
          </a:prstGeom>
        </p:spPr>
      </p:pic>
    </p:spTree>
    <p:extLst>
      <p:ext uri="{BB962C8B-B14F-4D97-AF65-F5344CB8AC3E}">
        <p14:creationId xmlns:p14="http://schemas.microsoft.com/office/powerpoint/2010/main" val="519364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9108F-E91C-B595-0D84-1201E9177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D46C0-8E7C-C932-2708-D2C8B2AFF8BD}"/>
              </a:ext>
            </a:extLst>
          </p:cNvPr>
          <p:cNvSpPr>
            <a:spLocks noGrp="1"/>
          </p:cNvSpPr>
          <p:nvPr>
            <p:ph type="title"/>
          </p:nvPr>
        </p:nvSpPr>
        <p:spPr/>
        <p:txBody>
          <a:bodyPr/>
          <a:lstStyle/>
          <a:p>
            <a:r>
              <a:rPr lang="en-US"/>
              <a:t>OOP principles</a:t>
            </a:r>
          </a:p>
        </p:txBody>
      </p:sp>
      <p:sp>
        <p:nvSpPr>
          <p:cNvPr id="3" name="Content Placeholder 2">
            <a:extLst>
              <a:ext uri="{FF2B5EF4-FFF2-40B4-BE49-F238E27FC236}">
                <a16:creationId xmlns:a16="http://schemas.microsoft.com/office/drawing/2014/main" id="{1779CBB3-FC7A-858F-9364-4F1C548A21E5}"/>
              </a:ext>
            </a:extLst>
          </p:cNvPr>
          <p:cNvSpPr>
            <a:spLocks noGrp="1"/>
          </p:cNvSpPr>
          <p:nvPr>
            <p:ph idx="1"/>
          </p:nvPr>
        </p:nvSpPr>
        <p:spPr/>
        <p:txBody>
          <a:bodyPr/>
          <a:lstStyle/>
          <a:p>
            <a:r>
              <a:rPr lang="en-US" i="0">
                <a:solidFill>
                  <a:srgbClr val="000000"/>
                </a:solidFill>
                <a:effectLst/>
                <a:highlight>
                  <a:srgbClr val="FFFFFF"/>
                </a:highlight>
              </a:rPr>
              <a:t>Polymorphism</a:t>
            </a:r>
            <a:r>
              <a:rPr lang="en-US" i="0" cap="all">
                <a:solidFill>
                  <a:srgbClr val="000000"/>
                </a:solidFill>
                <a:effectLst/>
                <a:highlight>
                  <a:srgbClr val="FFFFFF"/>
                </a:highlight>
              </a:rPr>
              <a:t>:</a:t>
            </a:r>
          </a:p>
          <a:p>
            <a:pPr lvl="1"/>
            <a:r>
              <a:rPr lang="en-US" b="0">
                <a:solidFill>
                  <a:srgbClr val="000000"/>
                </a:solidFill>
                <a:highlight>
                  <a:srgbClr val="FFFFFF"/>
                </a:highlight>
              </a:rPr>
              <a:t>The ability to take many forms</a:t>
            </a:r>
          </a:p>
          <a:p>
            <a:pPr lvl="1"/>
            <a:r>
              <a:rPr lang="en-US" i="0">
                <a:solidFill>
                  <a:srgbClr val="000000"/>
                </a:solidFill>
                <a:effectLst/>
                <a:highlight>
                  <a:srgbClr val="FFFFFF"/>
                </a:highlight>
              </a:rPr>
              <a:t>Usually </a:t>
            </a:r>
            <a:r>
              <a:rPr lang="en-US">
                <a:solidFill>
                  <a:srgbClr val="000000"/>
                </a:solidFill>
                <a:highlight>
                  <a:srgbClr val="FFFFFF"/>
                </a:highlight>
              </a:rPr>
              <a:t>coupled into inheritance</a:t>
            </a:r>
          </a:p>
          <a:p>
            <a:pPr lvl="1"/>
            <a:r>
              <a:rPr lang="en-US"/>
              <a:t>Provide standardization for the interface across classes, as well as applications</a:t>
            </a:r>
            <a:endParaRPr lang="en-US" b="0" i="0">
              <a:solidFill>
                <a:srgbClr val="000000"/>
              </a:solidFill>
              <a:effectLst/>
              <a:highlight>
                <a:srgbClr val="FFFFFF"/>
              </a:highlight>
            </a:endParaRPr>
          </a:p>
          <a:p>
            <a:endParaRPr lang="en-US" i="0" cap="all">
              <a:solidFill>
                <a:srgbClr val="000000"/>
              </a:solidFill>
              <a:effectLst/>
              <a:highlight>
                <a:srgbClr val="FFFFFF"/>
              </a:highlight>
              <a:latin typeface="Proxima Nova"/>
            </a:endParaRPr>
          </a:p>
          <a:p>
            <a:endParaRPr lang="en-US"/>
          </a:p>
        </p:txBody>
      </p:sp>
    </p:spTree>
    <p:extLst>
      <p:ext uri="{BB962C8B-B14F-4D97-AF65-F5344CB8AC3E}">
        <p14:creationId xmlns:p14="http://schemas.microsoft.com/office/powerpoint/2010/main" val="3023604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B6636-747A-136F-01E9-56347151C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AEAD0-BAE0-D04B-3C77-57924A26492D}"/>
              </a:ext>
            </a:extLst>
          </p:cNvPr>
          <p:cNvSpPr>
            <a:spLocks noGrp="1"/>
          </p:cNvSpPr>
          <p:nvPr>
            <p:ph type="title"/>
          </p:nvPr>
        </p:nvSpPr>
        <p:spPr/>
        <p:txBody>
          <a:bodyPr/>
          <a:lstStyle/>
          <a:p>
            <a:r>
              <a:rPr lang="en-US"/>
              <a:t>OOP principles</a:t>
            </a:r>
          </a:p>
        </p:txBody>
      </p:sp>
      <p:sp>
        <p:nvSpPr>
          <p:cNvPr id="3" name="Content Placeholder 2">
            <a:extLst>
              <a:ext uri="{FF2B5EF4-FFF2-40B4-BE49-F238E27FC236}">
                <a16:creationId xmlns:a16="http://schemas.microsoft.com/office/drawing/2014/main" id="{755A8787-C844-9F99-4624-C97A53318BE1}"/>
              </a:ext>
            </a:extLst>
          </p:cNvPr>
          <p:cNvSpPr>
            <a:spLocks noGrp="1"/>
          </p:cNvSpPr>
          <p:nvPr>
            <p:ph idx="1"/>
          </p:nvPr>
        </p:nvSpPr>
        <p:spPr/>
        <p:txBody>
          <a:bodyPr/>
          <a:lstStyle/>
          <a:p>
            <a:r>
              <a:rPr lang="en-US" i="0">
                <a:solidFill>
                  <a:srgbClr val="000000"/>
                </a:solidFill>
                <a:effectLst/>
                <a:highlight>
                  <a:srgbClr val="FFFFFF"/>
                </a:highlight>
              </a:rPr>
              <a:t>Polymorphism</a:t>
            </a:r>
            <a:r>
              <a:rPr lang="en-US" i="0" cap="all">
                <a:solidFill>
                  <a:srgbClr val="000000"/>
                </a:solidFill>
                <a:effectLst/>
                <a:highlight>
                  <a:srgbClr val="FFFFFF"/>
                </a:highlight>
              </a:rPr>
              <a:t>:</a:t>
            </a:r>
          </a:p>
          <a:p>
            <a:endParaRPr lang="en-US" i="0" cap="all">
              <a:solidFill>
                <a:srgbClr val="000000"/>
              </a:solidFill>
              <a:effectLst/>
              <a:highlight>
                <a:srgbClr val="FFFFFF"/>
              </a:highlight>
              <a:latin typeface="Proxima Nova"/>
            </a:endParaRPr>
          </a:p>
          <a:p>
            <a:endParaRPr lang="en-US"/>
          </a:p>
        </p:txBody>
      </p:sp>
      <p:pic>
        <p:nvPicPr>
          <p:cNvPr id="5" name="Picture 4">
            <a:extLst>
              <a:ext uri="{FF2B5EF4-FFF2-40B4-BE49-F238E27FC236}">
                <a16:creationId xmlns:a16="http://schemas.microsoft.com/office/drawing/2014/main" id="{6A4DFBD8-C0FD-4429-D970-FC4D497BA504}"/>
              </a:ext>
            </a:extLst>
          </p:cNvPr>
          <p:cNvPicPr>
            <a:picLocks noChangeAspect="1"/>
          </p:cNvPicPr>
          <p:nvPr/>
        </p:nvPicPr>
        <p:blipFill>
          <a:blip r:embed="rId2"/>
          <a:stretch>
            <a:fillRect/>
          </a:stretch>
        </p:blipFill>
        <p:spPr>
          <a:xfrm>
            <a:off x="1524000" y="2302602"/>
            <a:ext cx="9144000" cy="4555399"/>
          </a:xfrm>
          <a:prstGeom prst="rect">
            <a:avLst/>
          </a:prstGeom>
        </p:spPr>
      </p:pic>
    </p:spTree>
    <p:extLst>
      <p:ext uri="{BB962C8B-B14F-4D97-AF65-F5344CB8AC3E}">
        <p14:creationId xmlns:p14="http://schemas.microsoft.com/office/powerpoint/2010/main" val="2685096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BD8F0-BDBB-DC32-E57A-2F477218E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83080-443A-A4E4-99B9-B5BDF610B489}"/>
              </a:ext>
            </a:extLst>
          </p:cNvPr>
          <p:cNvSpPr>
            <a:spLocks noGrp="1"/>
          </p:cNvSpPr>
          <p:nvPr>
            <p:ph type="title"/>
          </p:nvPr>
        </p:nvSpPr>
        <p:spPr/>
        <p:txBody>
          <a:bodyPr/>
          <a:lstStyle/>
          <a:p>
            <a:r>
              <a:rPr lang="en-US"/>
              <a:t>Refactoring code smells</a:t>
            </a:r>
          </a:p>
        </p:txBody>
      </p:sp>
      <p:sp>
        <p:nvSpPr>
          <p:cNvPr id="3" name="Content Placeholder 2">
            <a:extLst>
              <a:ext uri="{FF2B5EF4-FFF2-40B4-BE49-F238E27FC236}">
                <a16:creationId xmlns:a16="http://schemas.microsoft.com/office/drawing/2014/main" id="{AE392BD7-A9FB-1E3E-9B82-3FD1B201DDB1}"/>
              </a:ext>
            </a:extLst>
          </p:cNvPr>
          <p:cNvSpPr>
            <a:spLocks noGrp="1"/>
          </p:cNvSpPr>
          <p:nvPr>
            <p:ph idx="1"/>
          </p:nvPr>
        </p:nvSpPr>
        <p:spPr/>
        <p:txBody>
          <a:bodyPr/>
          <a:lstStyle/>
          <a:p>
            <a:r>
              <a:rPr lang="en-US"/>
              <a:t>Duplicate code</a:t>
            </a:r>
          </a:p>
          <a:p>
            <a:r>
              <a:rPr lang="en-US"/>
              <a:t>Long method</a:t>
            </a:r>
          </a:p>
          <a:p>
            <a:r>
              <a:rPr lang="en-US"/>
              <a:t>Large class</a:t>
            </a:r>
          </a:p>
          <a:p>
            <a:r>
              <a:rPr lang="en-US"/>
              <a:t>Temporary field</a:t>
            </a:r>
          </a:p>
          <a:p>
            <a:r>
              <a:rPr lang="en-US"/>
              <a:t>Switch statements</a:t>
            </a:r>
          </a:p>
          <a:p>
            <a:r>
              <a:rPr lang="en-US"/>
              <a:t>Parallel inheritance hierarchies</a:t>
            </a:r>
          </a:p>
          <a:p>
            <a:endParaRPr lang="en-US"/>
          </a:p>
        </p:txBody>
      </p:sp>
    </p:spTree>
    <p:extLst>
      <p:ext uri="{BB962C8B-B14F-4D97-AF65-F5344CB8AC3E}">
        <p14:creationId xmlns:p14="http://schemas.microsoft.com/office/powerpoint/2010/main" val="3703478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8786E-3107-A76F-736E-B08E0F989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F374E-C8E8-1F79-BC03-5F8140EF352E}"/>
              </a:ext>
            </a:extLst>
          </p:cNvPr>
          <p:cNvSpPr>
            <a:spLocks noGrp="1"/>
          </p:cNvSpPr>
          <p:nvPr>
            <p:ph type="title"/>
          </p:nvPr>
        </p:nvSpPr>
        <p:spPr/>
        <p:txBody>
          <a:bodyPr/>
          <a:lstStyle/>
          <a:p>
            <a:r>
              <a:rPr lang="en-US"/>
              <a:t>Refactoring code smells</a:t>
            </a:r>
          </a:p>
        </p:txBody>
      </p:sp>
      <p:sp>
        <p:nvSpPr>
          <p:cNvPr id="3" name="Content Placeholder 2">
            <a:extLst>
              <a:ext uri="{FF2B5EF4-FFF2-40B4-BE49-F238E27FC236}">
                <a16:creationId xmlns:a16="http://schemas.microsoft.com/office/drawing/2014/main" id="{F3702EFD-51E5-93EA-FC1E-9CE03085DFAB}"/>
              </a:ext>
            </a:extLst>
          </p:cNvPr>
          <p:cNvSpPr>
            <a:spLocks noGrp="1"/>
          </p:cNvSpPr>
          <p:nvPr>
            <p:ph idx="1"/>
          </p:nvPr>
        </p:nvSpPr>
        <p:spPr/>
        <p:txBody>
          <a:bodyPr/>
          <a:lstStyle/>
          <a:p>
            <a:r>
              <a:rPr lang="en-US"/>
              <a:t>Duplicate code</a:t>
            </a:r>
          </a:p>
          <a:p>
            <a:pPr lvl="1"/>
            <a:r>
              <a:rPr lang="en-US"/>
              <a:t>One of the most commonly recognized code smells</a:t>
            </a:r>
          </a:p>
          <a:p>
            <a:pPr lvl="1"/>
            <a:r>
              <a:rPr lang="en-US"/>
              <a:t>Identical or very similar blocks of code appear in multiple places within a codebase</a:t>
            </a:r>
          </a:p>
          <a:p>
            <a:pPr lvl="1"/>
            <a:r>
              <a:rPr lang="en-US"/>
              <a:t>Examples:</a:t>
            </a:r>
          </a:p>
          <a:p>
            <a:pPr lvl="2"/>
            <a:r>
              <a:rPr lang="en-US">
                <a:hlinkClick r:id="rId2"/>
              </a:rPr>
              <a:t>UserService.java</a:t>
            </a:r>
            <a:endParaRPr lang="en-US"/>
          </a:p>
          <a:p>
            <a:pPr lvl="2"/>
            <a:r>
              <a:rPr lang="en-US">
                <a:hlinkClick r:id="rId3"/>
              </a:rPr>
              <a:t>RefactorUserService.java</a:t>
            </a:r>
            <a:endParaRPr lang="en-US"/>
          </a:p>
        </p:txBody>
      </p:sp>
    </p:spTree>
    <p:extLst>
      <p:ext uri="{BB962C8B-B14F-4D97-AF65-F5344CB8AC3E}">
        <p14:creationId xmlns:p14="http://schemas.microsoft.com/office/powerpoint/2010/main" val="480316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FD79E-DDF7-77E2-A74D-7E807C01C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3BF67-71BC-58AD-FF03-2B046A2A7879}"/>
              </a:ext>
            </a:extLst>
          </p:cNvPr>
          <p:cNvSpPr>
            <a:spLocks noGrp="1"/>
          </p:cNvSpPr>
          <p:nvPr>
            <p:ph type="title"/>
          </p:nvPr>
        </p:nvSpPr>
        <p:spPr/>
        <p:txBody>
          <a:bodyPr/>
          <a:lstStyle/>
          <a:p>
            <a:r>
              <a:rPr lang="en-US"/>
              <a:t>Refactoring code smells</a:t>
            </a:r>
          </a:p>
        </p:txBody>
      </p:sp>
      <p:sp>
        <p:nvSpPr>
          <p:cNvPr id="3" name="Content Placeholder 2">
            <a:extLst>
              <a:ext uri="{FF2B5EF4-FFF2-40B4-BE49-F238E27FC236}">
                <a16:creationId xmlns:a16="http://schemas.microsoft.com/office/drawing/2014/main" id="{C04365BB-B7D5-BA92-611F-459E015812AA}"/>
              </a:ext>
            </a:extLst>
          </p:cNvPr>
          <p:cNvSpPr>
            <a:spLocks noGrp="1"/>
          </p:cNvSpPr>
          <p:nvPr>
            <p:ph idx="1"/>
          </p:nvPr>
        </p:nvSpPr>
        <p:spPr/>
        <p:txBody>
          <a:bodyPr/>
          <a:lstStyle/>
          <a:p>
            <a:r>
              <a:rPr lang="en-US"/>
              <a:t>Duplicate code</a:t>
            </a:r>
          </a:p>
          <a:p>
            <a:pPr lvl="1"/>
            <a:r>
              <a:rPr lang="en-US"/>
              <a:t>One of the most commonly recognized code smells</a:t>
            </a:r>
          </a:p>
          <a:p>
            <a:pPr lvl="1"/>
            <a:r>
              <a:rPr lang="en-US"/>
              <a:t>Identical or very similar blocks of code appear in multiple places within a codebase</a:t>
            </a:r>
          </a:p>
          <a:p>
            <a:pPr lvl="1"/>
            <a:r>
              <a:rPr lang="en-US"/>
              <a:t>Examples:</a:t>
            </a:r>
          </a:p>
          <a:p>
            <a:pPr lvl="2"/>
            <a:r>
              <a:rPr lang="en-US">
                <a:hlinkClick r:id="rId2"/>
              </a:rPr>
              <a:t>UserService.java</a:t>
            </a:r>
            <a:endParaRPr lang="en-US"/>
          </a:p>
          <a:p>
            <a:pPr lvl="2"/>
            <a:r>
              <a:rPr lang="en-US">
                <a:hlinkClick r:id="rId3"/>
              </a:rPr>
              <a:t>RefactorUserService.java</a:t>
            </a:r>
            <a:endParaRPr lang="en-US"/>
          </a:p>
        </p:txBody>
      </p:sp>
    </p:spTree>
    <p:extLst>
      <p:ext uri="{BB962C8B-B14F-4D97-AF65-F5344CB8AC3E}">
        <p14:creationId xmlns:p14="http://schemas.microsoft.com/office/powerpoint/2010/main" val="2796515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76C01-84C4-82FF-57E3-C71ADCDD0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2F7F3-993B-E93C-6C2C-18BD40BEBDEA}"/>
              </a:ext>
            </a:extLst>
          </p:cNvPr>
          <p:cNvSpPr>
            <a:spLocks noGrp="1"/>
          </p:cNvSpPr>
          <p:nvPr>
            <p:ph type="title"/>
          </p:nvPr>
        </p:nvSpPr>
        <p:spPr/>
        <p:txBody>
          <a:bodyPr/>
          <a:lstStyle/>
          <a:p>
            <a:r>
              <a:rPr lang="en-US"/>
              <a:t>Refactoring code smells</a:t>
            </a:r>
          </a:p>
        </p:txBody>
      </p:sp>
      <p:sp>
        <p:nvSpPr>
          <p:cNvPr id="3" name="Content Placeholder 2">
            <a:extLst>
              <a:ext uri="{FF2B5EF4-FFF2-40B4-BE49-F238E27FC236}">
                <a16:creationId xmlns:a16="http://schemas.microsoft.com/office/drawing/2014/main" id="{DE3C3B60-4B45-4914-7A52-47F597B41E22}"/>
              </a:ext>
            </a:extLst>
          </p:cNvPr>
          <p:cNvSpPr>
            <a:spLocks noGrp="1"/>
          </p:cNvSpPr>
          <p:nvPr>
            <p:ph idx="1"/>
          </p:nvPr>
        </p:nvSpPr>
        <p:spPr/>
        <p:txBody>
          <a:bodyPr/>
          <a:lstStyle/>
          <a:p>
            <a:r>
              <a:rPr lang="en-US"/>
              <a:t>Long method</a:t>
            </a:r>
          </a:p>
          <a:p>
            <a:pPr lvl="1"/>
            <a:r>
              <a:rPr lang="en-US"/>
              <a:t>A method is trying to do too much</a:t>
            </a:r>
          </a:p>
          <a:p>
            <a:pPr lvl="1"/>
            <a:r>
              <a:rPr lang="en-US"/>
              <a:t>Makes the code harder to read, maintain, and test.</a:t>
            </a:r>
          </a:p>
          <a:p>
            <a:pPr lvl="1"/>
            <a:r>
              <a:rPr lang="en-US"/>
              <a:t>Examples:</a:t>
            </a:r>
          </a:p>
          <a:p>
            <a:pPr lvl="2"/>
            <a:r>
              <a:rPr lang="en-US">
                <a:hlinkClick r:id="rId2"/>
              </a:rPr>
              <a:t>LongMethod.java</a:t>
            </a:r>
            <a:endParaRPr lang="en-US"/>
          </a:p>
          <a:p>
            <a:pPr lvl="2"/>
            <a:r>
              <a:rPr lang="en-US">
                <a:hlinkClick r:id="rId3"/>
              </a:rPr>
              <a:t>RefactoredLongMethod.java</a:t>
            </a:r>
            <a:endParaRPr lang="en-US"/>
          </a:p>
        </p:txBody>
      </p:sp>
    </p:spTree>
    <p:extLst>
      <p:ext uri="{BB962C8B-B14F-4D97-AF65-F5344CB8AC3E}">
        <p14:creationId xmlns:p14="http://schemas.microsoft.com/office/powerpoint/2010/main" val="279372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0C0B4-5F47-2F5E-FC4F-775DABB34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A0F5A-C8F6-681F-A7C5-4AF1AB224CEC}"/>
              </a:ext>
            </a:extLst>
          </p:cNvPr>
          <p:cNvSpPr>
            <a:spLocks noGrp="1"/>
          </p:cNvSpPr>
          <p:nvPr>
            <p:ph type="title"/>
          </p:nvPr>
        </p:nvSpPr>
        <p:spPr/>
        <p:txBody>
          <a:bodyPr/>
          <a:lstStyle/>
          <a:p>
            <a:r>
              <a:rPr lang="en-US"/>
              <a:t>Refactoring code smells</a:t>
            </a:r>
          </a:p>
        </p:txBody>
      </p:sp>
      <p:sp>
        <p:nvSpPr>
          <p:cNvPr id="3" name="Content Placeholder 2">
            <a:extLst>
              <a:ext uri="{FF2B5EF4-FFF2-40B4-BE49-F238E27FC236}">
                <a16:creationId xmlns:a16="http://schemas.microsoft.com/office/drawing/2014/main" id="{59ABEF53-C10F-F5B9-81BE-54D8877F1F10}"/>
              </a:ext>
            </a:extLst>
          </p:cNvPr>
          <p:cNvSpPr>
            <a:spLocks noGrp="1"/>
          </p:cNvSpPr>
          <p:nvPr>
            <p:ph idx="1"/>
          </p:nvPr>
        </p:nvSpPr>
        <p:spPr/>
        <p:txBody>
          <a:bodyPr/>
          <a:lstStyle/>
          <a:p>
            <a:r>
              <a:rPr lang="en-US"/>
              <a:t>Large class:</a:t>
            </a:r>
          </a:p>
          <a:p>
            <a:pPr lvl="1"/>
            <a:r>
              <a:rPr lang="en-US"/>
              <a:t>Typically have too many instance variables, methods, or responsibilities</a:t>
            </a:r>
          </a:p>
          <a:p>
            <a:pPr lvl="1"/>
            <a:r>
              <a:rPr lang="en-US"/>
              <a:t>Harder to understand, maintain, and extend</a:t>
            </a:r>
          </a:p>
          <a:p>
            <a:pPr lvl="1"/>
            <a:r>
              <a:rPr lang="en-US"/>
              <a:t>Examples:</a:t>
            </a:r>
          </a:p>
          <a:p>
            <a:pPr lvl="2"/>
            <a:r>
              <a:rPr lang="en-US">
                <a:hlinkClick r:id="rId2"/>
              </a:rPr>
              <a:t>OrderProcessor.java</a:t>
            </a:r>
            <a:endParaRPr lang="en-US"/>
          </a:p>
          <a:p>
            <a:pPr lvl="2"/>
            <a:r>
              <a:rPr lang="en-US">
                <a:hlinkClick r:id="rId3"/>
              </a:rPr>
              <a:t>RefactorOderClasses.java</a:t>
            </a:r>
            <a:endParaRPr lang="en-US"/>
          </a:p>
          <a:p>
            <a:endParaRPr lang="en-US"/>
          </a:p>
        </p:txBody>
      </p:sp>
    </p:spTree>
    <p:extLst>
      <p:ext uri="{BB962C8B-B14F-4D97-AF65-F5344CB8AC3E}">
        <p14:creationId xmlns:p14="http://schemas.microsoft.com/office/powerpoint/2010/main" val="1003594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8F4B1-4269-D3D8-46FE-2AA0763D1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87A44B-B03E-9823-56AC-FE816FD691E1}"/>
              </a:ext>
            </a:extLst>
          </p:cNvPr>
          <p:cNvSpPr>
            <a:spLocks noGrp="1"/>
          </p:cNvSpPr>
          <p:nvPr>
            <p:ph type="title"/>
          </p:nvPr>
        </p:nvSpPr>
        <p:spPr/>
        <p:txBody>
          <a:bodyPr/>
          <a:lstStyle/>
          <a:p>
            <a:r>
              <a:rPr lang="en-US"/>
              <a:t>Refactoring code smells</a:t>
            </a:r>
          </a:p>
        </p:txBody>
      </p:sp>
      <p:sp>
        <p:nvSpPr>
          <p:cNvPr id="3" name="Content Placeholder 2">
            <a:extLst>
              <a:ext uri="{FF2B5EF4-FFF2-40B4-BE49-F238E27FC236}">
                <a16:creationId xmlns:a16="http://schemas.microsoft.com/office/drawing/2014/main" id="{7E2C4D3E-8426-7780-53A6-2EF8D1E6D6E2}"/>
              </a:ext>
            </a:extLst>
          </p:cNvPr>
          <p:cNvSpPr>
            <a:spLocks noGrp="1"/>
          </p:cNvSpPr>
          <p:nvPr>
            <p:ph idx="1"/>
          </p:nvPr>
        </p:nvSpPr>
        <p:spPr/>
        <p:txBody>
          <a:bodyPr/>
          <a:lstStyle/>
          <a:p>
            <a:r>
              <a:rPr lang="en-US"/>
              <a:t>Temporary field:</a:t>
            </a:r>
          </a:p>
          <a:p>
            <a:pPr lvl="1"/>
            <a:r>
              <a:rPr lang="en-US"/>
              <a:t>When a class has instance variables (fields) that are only occasionally used or have values that are meaningful only in specific situations</a:t>
            </a:r>
          </a:p>
          <a:p>
            <a:pPr lvl="1"/>
            <a:r>
              <a:rPr lang="en-US"/>
              <a:t>Unnecessarily occupy memory, complicate the class design, and often violate the </a:t>
            </a:r>
            <a:r>
              <a:rPr lang="en-US" b="1"/>
              <a:t>Single Responsibility Principle (SRP)</a:t>
            </a:r>
          </a:p>
          <a:p>
            <a:pPr lvl="1"/>
            <a:r>
              <a:rPr lang="en-US"/>
              <a:t>Example:</a:t>
            </a:r>
          </a:p>
          <a:p>
            <a:pPr lvl="2"/>
            <a:endParaRPr lang="en-US"/>
          </a:p>
          <a:p>
            <a:pPr lvl="1"/>
            <a:endParaRPr lang="en-US"/>
          </a:p>
          <a:p>
            <a:endParaRPr lang="en-US"/>
          </a:p>
        </p:txBody>
      </p:sp>
    </p:spTree>
    <p:extLst>
      <p:ext uri="{BB962C8B-B14F-4D97-AF65-F5344CB8AC3E}">
        <p14:creationId xmlns:p14="http://schemas.microsoft.com/office/powerpoint/2010/main" val="573682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87556-5C79-2E57-02A2-FA6164E8DB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65F4C-8DFF-B164-3381-662562B2B9BD}"/>
              </a:ext>
            </a:extLst>
          </p:cNvPr>
          <p:cNvSpPr>
            <a:spLocks noGrp="1"/>
          </p:cNvSpPr>
          <p:nvPr>
            <p:ph type="title"/>
          </p:nvPr>
        </p:nvSpPr>
        <p:spPr/>
        <p:txBody>
          <a:bodyPr/>
          <a:lstStyle/>
          <a:p>
            <a:r>
              <a:rPr lang="en-US"/>
              <a:t>Refactoring code smells</a:t>
            </a:r>
          </a:p>
        </p:txBody>
      </p:sp>
      <p:sp>
        <p:nvSpPr>
          <p:cNvPr id="3" name="Content Placeholder 2">
            <a:extLst>
              <a:ext uri="{FF2B5EF4-FFF2-40B4-BE49-F238E27FC236}">
                <a16:creationId xmlns:a16="http://schemas.microsoft.com/office/drawing/2014/main" id="{1207ACC9-4667-38DB-9E58-38A27FFD8DD6}"/>
              </a:ext>
            </a:extLst>
          </p:cNvPr>
          <p:cNvSpPr>
            <a:spLocks noGrp="1"/>
          </p:cNvSpPr>
          <p:nvPr>
            <p:ph idx="1"/>
          </p:nvPr>
        </p:nvSpPr>
        <p:spPr>
          <a:xfrm>
            <a:off x="2152650" y="1825625"/>
            <a:ext cx="7886700" cy="889000"/>
          </a:xfrm>
        </p:spPr>
        <p:txBody>
          <a:bodyPr/>
          <a:lstStyle/>
          <a:p>
            <a:r>
              <a:rPr lang="en-US"/>
              <a:t>Switch statements by example:</a:t>
            </a:r>
          </a:p>
          <a:p>
            <a:pPr lvl="1"/>
            <a:endParaRPr lang="en-US"/>
          </a:p>
          <a:p>
            <a:endParaRPr lang="en-US"/>
          </a:p>
        </p:txBody>
      </p:sp>
      <p:sp>
        <p:nvSpPr>
          <p:cNvPr id="5" name="TextBox 4">
            <a:extLst>
              <a:ext uri="{FF2B5EF4-FFF2-40B4-BE49-F238E27FC236}">
                <a16:creationId xmlns:a16="http://schemas.microsoft.com/office/drawing/2014/main" id="{823F2314-331A-A305-F1AC-D9365EFB6D68}"/>
              </a:ext>
            </a:extLst>
          </p:cNvPr>
          <p:cNvSpPr txBox="1"/>
          <p:nvPr/>
        </p:nvSpPr>
        <p:spPr>
          <a:xfrm>
            <a:off x="2057400" y="2849561"/>
            <a:ext cx="7734300" cy="2862322"/>
          </a:xfrm>
          <a:prstGeom prst="rect">
            <a:avLst/>
          </a:prstGeom>
          <a:noFill/>
        </p:spPr>
        <p:txBody>
          <a:bodyPr wrap="square">
            <a:spAutoFit/>
          </a:bodyPr>
          <a:lstStyle/>
          <a:p>
            <a:r>
              <a:rPr lang="en-US"/>
              <a:t>public double calculateArea(Shape shape) {</a:t>
            </a:r>
          </a:p>
          <a:p>
            <a:r>
              <a:rPr lang="en-US"/>
              <a:t>    switch (shape.getType()) {</a:t>
            </a:r>
          </a:p>
          <a:p>
            <a:r>
              <a:rPr lang="en-US"/>
              <a:t>        case "Circle":</a:t>
            </a:r>
          </a:p>
          <a:p>
            <a:r>
              <a:rPr lang="en-US"/>
              <a:t>            return Math.PI * shape.getRadius() * shape.getRadius();</a:t>
            </a:r>
          </a:p>
          <a:p>
            <a:r>
              <a:rPr lang="en-US"/>
              <a:t>        case "Rectangle":</a:t>
            </a:r>
          </a:p>
          <a:p>
            <a:r>
              <a:rPr lang="en-US"/>
              <a:t>            return shape.getWidth() * shape.getHeight();</a:t>
            </a:r>
          </a:p>
          <a:p>
            <a:r>
              <a:rPr lang="en-US"/>
              <a:t>        default:</a:t>
            </a:r>
          </a:p>
          <a:p>
            <a:r>
              <a:rPr lang="en-US"/>
              <a:t>            throw new IllegalArgumentException("Unknown shape type");</a:t>
            </a:r>
          </a:p>
          <a:p>
            <a:r>
              <a:rPr lang="en-US"/>
              <a:t>    }</a:t>
            </a:r>
          </a:p>
          <a:p>
            <a:r>
              <a:rPr lang="en-US"/>
              <a:t>}</a:t>
            </a:r>
          </a:p>
        </p:txBody>
      </p:sp>
    </p:spTree>
    <p:extLst>
      <p:ext uri="{BB962C8B-B14F-4D97-AF65-F5344CB8AC3E}">
        <p14:creationId xmlns:p14="http://schemas.microsoft.com/office/powerpoint/2010/main" val="2376563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28702-BDF4-CA16-415C-AD7EB8B6F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9B994F-B650-C612-2F17-E2DA1254D5C6}"/>
              </a:ext>
            </a:extLst>
          </p:cNvPr>
          <p:cNvSpPr>
            <a:spLocks noGrp="1"/>
          </p:cNvSpPr>
          <p:nvPr>
            <p:ph type="title"/>
          </p:nvPr>
        </p:nvSpPr>
        <p:spPr/>
        <p:txBody>
          <a:bodyPr/>
          <a:lstStyle/>
          <a:p>
            <a:r>
              <a:rPr lang="en-US"/>
              <a:t>Refactoring code smells</a:t>
            </a:r>
          </a:p>
        </p:txBody>
      </p:sp>
      <p:sp>
        <p:nvSpPr>
          <p:cNvPr id="3" name="Content Placeholder 2">
            <a:extLst>
              <a:ext uri="{FF2B5EF4-FFF2-40B4-BE49-F238E27FC236}">
                <a16:creationId xmlns:a16="http://schemas.microsoft.com/office/drawing/2014/main" id="{F12F7A8B-2028-77FC-2501-4FC26EDD419A}"/>
              </a:ext>
            </a:extLst>
          </p:cNvPr>
          <p:cNvSpPr>
            <a:spLocks noGrp="1"/>
          </p:cNvSpPr>
          <p:nvPr>
            <p:ph idx="1"/>
          </p:nvPr>
        </p:nvSpPr>
        <p:spPr/>
        <p:txBody>
          <a:bodyPr/>
          <a:lstStyle/>
          <a:p>
            <a:r>
              <a:rPr lang="en-US"/>
              <a:t>Parallel inheritance hierarchies</a:t>
            </a:r>
          </a:p>
          <a:p>
            <a:pPr lvl="1"/>
            <a:endParaRPr lang="en-US"/>
          </a:p>
          <a:p>
            <a:endParaRPr lang="en-US"/>
          </a:p>
        </p:txBody>
      </p:sp>
      <p:pic>
        <p:nvPicPr>
          <p:cNvPr id="2050" name="Picture 2">
            <a:extLst>
              <a:ext uri="{FF2B5EF4-FFF2-40B4-BE49-F238E27FC236}">
                <a16:creationId xmlns:a16="http://schemas.microsoft.com/office/drawing/2014/main" id="{70AF6A1D-B5D3-87BF-211C-9B9CAE754F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450" y="2933700"/>
            <a:ext cx="4762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3D8DFBC-62A3-5287-A9FA-713C8EB5CD8E}"/>
              </a:ext>
            </a:extLst>
          </p:cNvPr>
          <p:cNvSpPr txBox="1"/>
          <p:nvPr/>
        </p:nvSpPr>
        <p:spPr>
          <a:xfrm>
            <a:off x="6172200" y="6123542"/>
            <a:ext cx="4248150" cy="369332"/>
          </a:xfrm>
          <a:prstGeom prst="rect">
            <a:avLst/>
          </a:prstGeom>
          <a:noFill/>
        </p:spPr>
        <p:txBody>
          <a:bodyPr wrap="square">
            <a:spAutoFit/>
          </a:bodyPr>
          <a:lstStyle/>
          <a:p>
            <a:r>
              <a:rPr lang="en-US">
                <a:hlinkClick r:id="rId4"/>
              </a:rPr>
              <a:t>Source: Parallel Inheritance Hierarchies</a:t>
            </a:r>
            <a:endParaRPr lang="en-US"/>
          </a:p>
        </p:txBody>
      </p:sp>
    </p:spTree>
    <p:extLst>
      <p:ext uri="{BB962C8B-B14F-4D97-AF65-F5344CB8AC3E}">
        <p14:creationId xmlns:p14="http://schemas.microsoft.com/office/powerpoint/2010/main" val="484059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64ED4-07A9-BF0B-BEB5-28F56563D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30139-ED9A-3D3F-9844-BB04C29B5F51}"/>
              </a:ext>
            </a:extLst>
          </p:cNvPr>
          <p:cNvSpPr>
            <a:spLocks noGrp="1"/>
          </p:cNvSpPr>
          <p:nvPr>
            <p:ph type="title"/>
          </p:nvPr>
        </p:nvSpPr>
        <p:spPr/>
        <p:txBody>
          <a:bodyPr/>
          <a:lstStyle/>
          <a:p>
            <a:r>
              <a:rPr lang="en-US"/>
              <a:t>Design smells</a:t>
            </a:r>
          </a:p>
        </p:txBody>
      </p:sp>
      <p:sp>
        <p:nvSpPr>
          <p:cNvPr id="3" name="Content Placeholder 2">
            <a:extLst>
              <a:ext uri="{FF2B5EF4-FFF2-40B4-BE49-F238E27FC236}">
                <a16:creationId xmlns:a16="http://schemas.microsoft.com/office/drawing/2014/main" id="{BEF12CE2-1E26-C62F-66E2-A2ADC8383991}"/>
              </a:ext>
            </a:extLst>
          </p:cNvPr>
          <p:cNvSpPr>
            <a:spLocks noGrp="1"/>
          </p:cNvSpPr>
          <p:nvPr>
            <p:ph idx="1"/>
          </p:nvPr>
        </p:nvSpPr>
        <p:spPr/>
        <p:txBody>
          <a:bodyPr/>
          <a:lstStyle/>
          <a:p>
            <a:r>
              <a:rPr lang="en-US"/>
              <a:t>Rigidity</a:t>
            </a:r>
          </a:p>
          <a:p>
            <a:pPr lvl="1"/>
            <a:r>
              <a:rPr lang="en-US"/>
              <a:t>Software is difficult to change</a:t>
            </a:r>
          </a:p>
          <a:p>
            <a:r>
              <a:rPr lang="en-US"/>
              <a:t>Fragility</a:t>
            </a:r>
          </a:p>
          <a:p>
            <a:pPr lvl="1"/>
            <a:r>
              <a:rPr lang="en-US"/>
              <a:t>Program breaks in many places when a change made in a single place</a:t>
            </a:r>
          </a:p>
          <a:p>
            <a:r>
              <a:rPr lang="en-US"/>
              <a:t>Immobility</a:t>
            </a:r>
          </a:p>
          <a:p>
            <a:pPr lvl="1"/>
            <a:r>
              <a:rPr lang="en-US"/>
              <a:t>Parts could be useful in other systems, but effort and risk to separate from original system is too great</a:t>
            </a:r>
          </a:p>
          <a:p>
            <a:pPr lvl="1"/>
            <a:endParaRPr lang="en-US"/>
          </a:p>
          <a:p>
            <a:endParaRPr lang="en-US"/>
          </a:p>
        </p:txBody>
      </p:sp>
    </p:spTree>
    <p:extLst>
      <p:ext uri="{BB962C8B-B14F-4D97-AF65-F5344CB8AC3E}">
        <p14:creationId xmlns:p14="http://schemas.microsoft.com/office/powerpoint/2010/main" val="3967730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0122C-4CE5-5ED2-1606-5E9E8ADAA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46A4F-A4F3-E099-692E-FD7A7AA5889B}"/>
              </a:ext>
            </a:extLst>
          </p:cNvPr>
          <p:cNvSpPr>
            <a:spLocks noGrp="1"/>
          </p:cNvSpPr>
          <p:nvPr>
            <p:ph type="title"/>
          </p:nvPr>
        </p:nvSpPr>
        <p:spPr/>
        <p:txBody>
          <a:bodyPr/>
          <a:lstStyle/>
          <a:p>
            <a:r>
              <a:rPr lang="en-US"/>
              <a:t>Design smells</a:t>
            </a:r>
          </a:p>
        </p:txBody>
      </p:sp>
      <p:sp>
        <p:nvSpPr>
          <p:cNvPr id="3" name="Content Placeholder 2">
            <a:extLst>
              <a:ext uri="{FF2B5EF4-FFF2-40B4-BE49-F238E27FC236}">
                <a16:creationId xmlns:a16="http://schemas.microsoft.com/office/drawing/2014/main" id="{B0DADFBB-146C-74F8-3BC0-E7D75780AD1D}"/>
              </a:ext>
            </a:extLst>
          </p:cNvPr>
          <p:cNvSpPr>
            <a:spLocks noGrp="1"/>
          </p:cNvSpPr>
          <p:nvPr>
            <p:ph idx="1"/>
          </p:nvPr>
        </p:nvSpPr>
        <p:spPr/>
        <p:txBody>
          <a:bodyPr>
            <a:normAutofit fontScale="92500"/>
          </a:bodyPr>
          <a:lstStyle/>
          <a:p>
            <a:r>
              <a:rPr lang="en-US"/>
              <a:t>Viscosity </a:t>
            </a:r>
          </a:p>
          <a:p>
            <a:pPr lvl="1"/>
            <a:r>
              <a:rPr lang="en-US"/>
              <a:t>Design-preserving methods are more difficult to use than the hacks</a:t>
            </a:r>
          </a:p>
          <a:p>
            <a:pPr lvl="1"/>
            <a:r>
              <a:rPr lang="en-US"/>
              <a:t>Development environment is slow and inefficient</a:t>
            </a:r>
          </a:p>
          <a:p>
            <a:r>
              <a:rPr lang="en-US"/>
              <a:t>Needless complexity</a:t>
            </a:r>
          </a:p>
          <a:p>
            <a:pPr lvl="1"/>
            <a:r>
              <a:rPr lang="en-US"/>
              <a:t>Contains elements that aren’t currently useful</a:t>
            </a:r>
          </a:p>
          <a:p>
            <a:r>
              <a:rPr lang="en-US"/>
              <a:t>Needless repetition</a:t>
            </a:r>
          </a:p>
          <a:p>
            <a:pPr lvl="1"/>
            <a:r>
              <a:rPr lang="en-US"/>
              <a:t>System has lots of repeated code elements</a:t>
            </a:r>
          </a:p>
          <a:p>
            <a:r>
              <a:rPr lang="en-US"/>
              <a:t>Opacity</a:t>
            </a:r>
          </a:p>
          <a:p>
            <a:pPr lvl="1"/>
            <a:r>
              <a:rPr lang="en-US"/>
              <a:t>A module is difficult to understand</a:t>
            </a:r>
          </a:p>
          <a:p>
            <a:pPr lvl="1"/>
            <a:endParaRPr lang="en-US"/>
          </a:p>
          <a:p>
            <a:pPr lvl="1"/>
            <a:endParaRPr lang="en-US"/>
          </a:p>
          <a:p>
            <a:endParaRPr lang="en-US"/>
          </a:p>
        </p:txBody>
      </p:sp>
    </p:spTree>
    <p:extLst>
      <p:ext uri="{BB962C8B-B14F-4D97-AF65-F5344CB8AC3E}">
        <p14:creationId xmlns:p14="http://schemas.microsoft.com/office/powerpoint/2010/main" val="3170181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4E274-3999-70FE-3995-D9F062F32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1CAF2E-43DE-2FDE-9FA6-E73451DC6A1A}"/>
              </a:ext>
            </a:extLst>
          </p:cNvPr>
          <p:cNvSpPr>
            <a:spLocks noGrp="1"/>
          </p:cNvSpPr>
          <p:nvPr>
            <p:ph type="title"/>
          </p:nvPr>
        </p:nvSpPr>
        <p:spPr/>
        <p:txBody>
          <a:bodyPr/>
          <a:lstStyle/>
          <a:p>
            <a:r>
              <a:rPr lang="en-US"/>
              <a:t>Why does software rot?</a:t>
            </a:r>
          </a:p>
        </p:txBody>
      </p:sp>
      <p:sp>
        <p:nvSpPr>
          <p:cNvPr id="3" name="Content Placeholder 2">
            <a:extLst>
              <a:ext uri="{FF2B5EF4-FFF2-40B4-BE49-F238E27FC236}">
                <a16:creationId xmlns:a16="http://schemas.microsoft.com/office/drawing/2014/main" id="{FF4AEF20-40C8-F842-B413-E18AEBCE85F0}"/>
              </a:ext>
            </a:extLst>
          </p:cNvPr>
          <p:cNvSpPr>
            <a:spLocks noGrp="1"/>
          </p:cNvSpPr>
          <p:nvPr>
            <p:ph idx="1"/>
          </p:nvPr>
        </p:nvSpPr>
        <p:spPr/>
        <p:txBody>
          <a:bodyPr>
            <a:normAutofit/>
          </a:bodyPr>
          <a:lstStyle/>
          <a:p>
            <a:r>
              <a:rPr lang="en-US"/>
              <a:t>Waterfall methodology</a:t>
            </a:r>
          </a:p>
          <a:p>
            <a:pPr lvl="1"/>
            <a:r>
              <a:rPr lang="en-US"/>
              <a:t>Requirements change</a:t>
            </a:r>
          </a:p>
          <a:p>
            <a:r>
              <a:rPr lang="en-US"/>
              <a:t>Code wants to be chaotic</a:t>
            </a:r>
          </a:p>
          <a:p>
            <a:pPr lvl="1"/>
            <a:r>
              <a:rPr lang="en-US"/>
              <a:t>We don’t take time to refactor</a:t>
            </a:r>
          </a:p>
          <a:p>
            <a:r>
              <a:rPr lang="en-US"/>
              <a:t>We suck at OO design</a:t>
            </a:r>
          </a:p>
          <a:p>
            <a:pPr lvl="1"/>
            <a:r>
              <a:rPr lang="en-US"/>
              <a:t>Designs and practices are at fault</a:t>
            </a:r>
          </a:p>
          <a:p>
            <a:pPr lvl="1"/>
            <a:endParaRPr lang="en-US"/>
          </a:p>
          <a:p>
            <a:pPr lvl="1"/>
            <a:endParaRPr lang="en-US"/>
          </a:p>
          <a:p>
            <a:pPr lvl="1"/>
            <a:endParaRPr lang="en-US"/>
          </a:p>
          <a:p>
            <a:endParaRPr lang="en-US"/>
          </a:p>
        </p:txBody>
      </p:sp>
    </p:spTree>
    <p:extLst>
      <p:ext uri="{BB962C8B-B14F-4D97-AF65-F5344CB8AC3E}">
        <p14:creationId xmlns:p14="http://schemas.microsoft.com/office/powerpoint/2010/main" val="1367557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5CFA2-8EFE-1CD2-959A-8590FCD20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625CC-8754-0690-F667-324AFF9C6DB7}"/>
              </a:ext>
            </a:extLst>
          </p:cNvPr>
          <p:cNvSpPr>
            <a:spLocks noGrp="1"/>
          </p:cNvSpPr>
          <p:nvPr>
            <p:ph type="title"/>
          </p:nvPr>
        </p:nvSpPr>
        <p:spPr/>
        <p:txBody>
          <a:bodyPr/>
          <a:lstStyle/>
          <a:p>
            <a:r>
              <a:rPr lang="en-US"/>
              <a:t>Technical Debt</a:t>
            </a:r>
          </a:p>
        </p:txBody>
      </p:sp>
      <p:sp>
        <p:nvSpPr>
          <p:cNvPr id="3" name="Content Placeholder 2">
            <a:extLst>
              <a:ext uri="{FF2B5EF4-FFF2-40B4-BE49-F238E27FC236}">
                <a16:creationId xmlns:a16="http://schemas.microsoft.com/office/drawing/2014/main" id="{9CA103FF-2659-A2E1-9267-C7207230101B}"/>
              </a:ext>
            </a:extLst>
          </p:cNvPr>
          <p:cNvSpPr>
            <a:spLocks noGrp="1"/>
          </p:cNvSpPr>
          <p:nvPr>
            <p:ph idx="1"/>
          </p:nvPr>
        </p:nvSpPr>
        <p:spPr/>
        <p:txBody>
          <a:bodyPr>
            <a:normAutofit/>
          </a:bodyPr>
          <a:lstStyle/>
          <a:p>
            <a:r>
              <a:rPr lang="en-US"/>
              <a:t>The cost to fix rotting code</a:t>
            </a:r>
          </a:p>
          <a:p>
            <a:r>
              <a:rPr lang="en-US"/>
              <a:t>Interest charges build over time</a:t>
            </a:r>
          </a:p>
          <a:p>
            <a:r>
              <a:rPr lang="en-US"/>
              <a:t>The longer we take to remove the smells, the more it will cost</a:t>
            </a:r>
          </a:p>
          <a:p>
            <a:pPr lvl="1"/>
            <a:endParaRPr lang="en-US"/>
          </a:p>
          <a:p>
            <a:pPr lvl="1"/>
            <a:endParaRPr lang="en-US"/>
          </a:p>
          <a:p>
            <a:pPr lvl="1"/>
            <a:endParaRPr lang="en-US"/>
          </a:p>
          <a:p>
            <a:pPr lvl="1"/>
            <a:endParaRPr lang="en-US"/>
          </a:p>
          <a:p>
            <a:endParaRPr lang="en-US"/>
          </a:p>
        </p:txBody>
      </p:sp>
    </p:spTree>
    <p:extLst>
      <p:ext uri="{BB962C8B-B14F-4D97-AF65-F5344CB8AC3E}">
        <p14:creationId xmlns:p14="http://schemas.microsoft.com/office/powerpoint/2010/main" val="1843749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549CEF-E305-B12E-239D-6BFD8F1D6FD6}"/>
              </a:ext>
            </a:extLst>
          </p:cNvPr>
          <p:cNvSpPr>
            <a:spLocks noGrp="1"/>
          </p:cNvSpPr>
          <p:nvPr>
            <p:ph idx="1"/>
          </p:nvPr>
        </p:nvSpPr>
        <p:spPr>
          <a:xfrm>
            <a:off x="1710432" y="221943"/>
            <a:ext cx="8328919" cy="5955021"/>
          </a:xfrm>
        </p:spPr>
        <p:txBody>
          <a:bodyPr>
            <a:normAutofit/>
          </a:bodyPr>
          <a:lstStyle/>
          <a:p>
            <a:r>
              <a:rPr lang="en-US" dirty="0"/>
              <a:t>Company A offers shipping service. To create an order, users must input the sender’s name and phone number, receiver’s name and phone number, and select the shipping types including standard and fast shipping. The cost for each types are different. Cost of the standard service is </a:t>
            </a:r>
            <a:r>
              <a:rPr lang="en-US" b="1" dirty="0"/>
              <a:t>5 + 2*the item’s weight</a:t>
            </a:r>
            <a:r>
              <a:rPr lang="en-US" dirty="0"/>
              <a:t>, cost of the fast service is </a:t>
            </a:r>
            <a:r>
              <a:rPr lang="en-US" b="1" dirty="0"/>
              <a:t>10 + 2.5*the item’s weight</a:t>
            </a:r>
            <a:r>
              <a:rPr lang="en-US" dirty="0"/>
              <a:t>. The company usually offers the ability to set discounts (can be fixed, percentage discount or </a:t>
            </a:r>
            <a:r>
              <a:rPr lang="en-US"/>
              <a:t>no discount).</a:t>
            </a:r>
            <a:endParaRPr lang="en-US" dirty="0"/>
          </a:p>
          <a:p>
            <a:r>
              <a:rPr lang="en-US" dirty="0"/>
              <a:t>Design classes for the problem</a:t>
            </a:r>
          </a:p>
        </p:txBody>
      </p:sp>
    </p:spTree>
    <p:extLst>
      <p:ext uri="{BB962C8B-B14F-4D97-AF65-F5344CB8AC3E}">
        <p14:creationId xmlns:p14="http://schemas.microsoft.com/office/powerpoint/2010/main" val="200856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351AA5-E44D-5F7A-C3F3-56762D5D4080}"/>
              </a:ext>
            </a:extLst>
          </p:cNvPr>
          <p:cNvSpPr>
            <a:spLocks noGrp="1"/>
          </p:cNvSpPr>
          <p:nvPr>
            <p:ph idx="1"/>
          </p:nvPr>
        </p:nvSpPr>
        <p:spPr>
          <a:xfrm>
            <a:off x="838200" y="350982"/>
            <a:ext cx="10515600" cy="5825981"/>
          </a:xfrm>
        </p:spPr>
        <p:txBody>
          <a:bodyPr>
            <a:normAutofit/>
          </a:bodyPr>
          <a:lstStyle/>
          <a:p>
            <a:r>
              <a:rPr lang="en-US" sz="4400" dirty="0"/>
              <a:t>Design classes for hotel booking management system. The system should allow users to input location, </a:t>
            </a:r>
            <a:r>
              <a:rPr lang="en-US" sz="4400" dirty="0" err="1"/>
              <a:t>checkin</a:t>
            </a:r>
            <a:r>
              <a:rPr lang="en-US" sz="4400" dirty="0"/>
              <a:t>, checkout date to find appropriate hotels, then view the hotel room list, select one room, view room types (suite or single which has different price per night), services included, reviews about that room and make a booking for that room.</a:t>
            </a:r>
          </a:p>
        </p:txBody>
      </p:sp>
    </p:spTree>
    <p:extLst>
      <p:ext uri="{BB962C8B-B14F-4D97-AF65-F5344CB8AC3E}">
        <p14:creationId xmlns:p14="http://schemas.microsoft.com/office/powerpoint/2010/main" val="4160634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7BDF0-5E72-0B0A-57E0-1EF8B5208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2D896-7937-E9ED-4F16-9130F7DAEE03}"/>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74D6CA2D-0DDF-0B87-95F2-1CC38B82DD41}"/>
              </a:ext>
            </a:extLst>
          </p:cNvPr>
          <p:cNvSpPr>
            <a:spLocks noGrp="1"/>
          </p:cNvSpPr>
          <p:nvPr>
            <p:ph idx="1"/>
          </p:nvPr>
        </p:nvSpPr>
        <p:spPr/>
        <p:txBody>
          <a:bodyPr/>
          <a:lstStyle/>
          <a:p>
            <a:r>
              <a:rPr lang="en-US" b="0" i="0">
                <a:solidFill>
                  <a:srgbClr val="000000"/>
                </a:solidFill>
                <a:effectLst/>
                <a:highlight>
                  <a:srgbClr val="FFFFFF"/>
                </a:highlight>
                <a:latin typeface="Open Sans" panose="020B0606030504020204" pitchFamily="34" charset="0"/>
              </a:rPr>
              <a:t>Adhere to the SOLID principles to prevent problems and keep code flexible, maintainable, and easy to modify</a:t>
            </a:r>
            <a:endParaRPr lang="en-US" b="1"/>
          </a:p>
          <a:p>
            <a:endParaRPr lang="en-US"/>
          </a:p>
          <a:p>
            <a:endParaRPr lang="en-US"/>
          </a:p>
        </p:txBody>
      </p:sp>
    </p:spTree>
    <p:extLst>
      <p:ext uri="{BB962C8B-B14F-4D97-AF65-F5344CB8AC3E}">
        <p14:creationId xmlns:p14="http://schemas.microsoft.com/office/powerpoint/2010/main" val="2730654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879D-4813-0AA4-7849-3F85B1E67409}"/>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3E470283-41D1-BE61-7C6E-9324656EA8A2}"/>
              </a:ext>
            </a:extLst>
          </p:cNvPr>
          <p:cNvSpPr>
            <a:spLocks noGrp="1"/>
          </p:cNvSpPr>
          <p:nvPr>
            <p:ph idx="1"/>
          </p:nvPr>
        </p:nvSpPr>
        <p:spPr/>
        <p:txBody>
          <a:bodyPr/>
          <a:lstStyle/>
          <a:p>
            <a:r>
              <a:rPr lang="en-US" b="1"/>
              <a:t>Single Responsibility Principle (SRP):</a:t>
            </a:r>
            <a:r>
              <a:rPr lang="en-US"/>
              <a:t>A class should have only one reason to change, meaning it should only have one responsibility or job.</a:t>
            </a:r>
          </a:p>
          <a:p>
            <a:endParaRPr lang="en-US"/>
          </a:p>
          <a:p>
            <a:endParaRPr lang="en-US"/>
          </a:p>
        </p:txBody>
      </p:sp>
    </p:spTree>
    <p:extLst>
      <p:ext uri="{BB962C8B-B14F-4D97-AF65-F5344CB8AC3E}">
        <p14:creationId xmlns:p14="http://schemas.microsoft.com/office/powerpoint/2010/main" val="3579174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19212-5FB0-0E35-8814-FB0C276779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52340-E912-1AA4-5BFA-C48CFC576B71}"/>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3A4D8A2F-5AA9-09DF-4354-E6647AFC311B}"/>
              </a:ext>
            </a:extLst>
          </p:cNvPr>
          <p:cNvSpPr>
            <a:spLocks noGrp="1"/>
          </p:cNvSpPr>
          <p:nvPr>
            <p:ph idx="1"/>
          </p:nvPr>
        </p:nvSpPr>
        <p:spPr/>
        <p:txBody>
          <a:bodyPr/>
          <a:lstStyle/>
          <a:p>
            <a:r>
              <a:rPr lang="en-US" b="1"/>
              <a:t>Single Responsibility Principle (SRP):</a:t>
            </a:r>
            <a:endParaRPr lang="en-US"/>
          </a:p>
          <a:p>
            <a:endParaRPr lang="en-US"/>
          </a:p>
        </p:txBody>
      </p:sp>
      <p:pic>
        <p:nvPicPr>
          <p:cNvPr id="7" name="Picture 6">
            <a:extLst>
              <a:ext uri="{FF2B5EF4-FFF2-40B4-BE49-F238E27FC236}">
                <a16:creationId xmlns:a16="http://schemas.microsoft.com/office/drawing/2014/main" id="{A29A9296-65C4-A193-8C68-EA26BC8FECC0}"/>
              </a:ext>
            </a:extLst>
          </p:cNvPr>
          <p:cNvPicPr>
            <a:picLocks noChangeAspect="1"/>
          </p:cNvPicPr>
          <p:nvPr/>
        </p:nvPicPr>
        <p:blipFill>
          <a:blip r:embed="rId2"/>
          <a:stretch>
            <a:fillRect/>
          </a:stretch>
        </p:blipFill>
        <p:spPr>
          <a:xfrm>
            <a:off x="3252429" y="2438158"/>
            <a:ext cx="5134692" cy="3467584"/>
          </a:xfrm>
          <a:prstGeom prst="rect">
            <a:avLst/>
          </a:prstGeom>
        </p:spPr>
      </p:pic>
      <p:sp>
        <p:nvSpPr>
          <p:cNvPr id="8" name="Multiplication Sign 7">
            <a:extLst>
              <a:ext uri="{FF2B5EF4-FFF2-40B4-BE49-F238E27FC236}">
                <a16:creationId xmlns:a16="http://schemas.microsoft.com/office/drawing/2014/main" id="{DFE2D759-D38C-D975-77F6-7DE30F649BAC}"/>
              </a:ext>
            </a:extLst>
          </p:cNvPr>
          <p:cNvSpPr/>
          <p:nvPr/>
        </p:nvSpPr>
        <p:spPr>
          <a:xfrm>
            <a:off x="8614065" y="3505201"/>
            <a:ext cx="968086" cy="819150"/>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5551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10864-A2EF-4404-267E-3BD20E5DB7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E28A8-789D-9E4D-8D62-149D09FF8454}"/>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1C55BB00-620C-D0C2-20CC-30EA759A6857}"/>
              </a:ext>
            </a:extLst>
          </p:cNvPr>
          <p:cNvSpPr>
            <a:spLocks noGrp="1"/>
          </p:cNvSpPr>
          <p:nvPr>
            <p:ph idx="1"/>
          </p:nvPr>
        </p:nvSpPr>
        <p:spPr/>
        <p:txBody>
          <a:bodyPr/>
          <a:lstStyle/>
          <a:p>
            <a:r>
              <a:rPr lang="en-US" b="1"/>
              <a:t>Single Responsibility Principle (SRP):</a:t>
            </a:r>
            <a:endParaRPr lang="en-US"/>
          </a:p>
          <a:p>
            <a:endParaRPr lang="en-US"/>
          </a:p>
        </p:txBody>
      </p:sp>
      <p:pic>
        <p:nvPicPr>
          <p:cNvPr id="11" name="Graphic 10" descr="Checkmark with solid fill">
            <a:extLst>
              <a:ext uri="{FF2B5EF4-FFF2-40B4-BE49-F238E27FC236}">
                <a16:creationId xmlns:a16="http://schemas.microsoft.com/office/drawing/2014/main" id="{8F43ACE3-052C-42E5-B2E7-837FFEF0CC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29800" y="2497489"/>
            <a:ext cx="576029" cy="576029"/>
          </a:xfrm>
          <a:prstGeom prst="rect">
            <a:avLst/>
          </a:prstGeom>
        </p:spPr>
      </p:pic>
      <p:pic>
        <p:nvPicPr>
          <p:cNvPr id="13" name="Picture 12">
            <a:extLst>
              <a:ext uri="{FF2B5EF4-FFF2-40B4-BE49-F238E27FC236}">
                <a16:creationId xmlns:a16="http://schemas.microsoft.com/office/drawing/2014/main" id="{CEA169FE-8A37-805B-A559-529595EFFF88}"/>
              </a:ext>
            </a:extLst>
          </p:cNvPr>
          <p:cNvPicPr>
            <a:picLocks noChangeAspect="1"/>
          </p:cNvPicPr>
          <p:nvPr/>
        </p:nvPicPr>
        <p:blipFill>
          <a:blip r:embed="rId4"/>
          <a:stretch>
            <a:fillRect/>
          </a:stretch>
        </p:blipFill>
        <p:spPr>
          <a:xfrm>
            <a:off x="1786172" y="3140986"/>
            <a:ext cx="8428738" cy="2717229"/>
          </a:xfrm>
          <a:prstGeom prst="rect">
            <a:avLst/>
          </a:prstGeom>
        </p:spPr>
      </p:pic>
    </p:spTree>
    <p:extLst>
      <p:ext uri="{BB962C8B-B14F-4D97-AF65-F5344CB8AC3E}">
        <p14:creationId xmlns:p14="http://schemas.microsoft.com/office/powerpoint/2010/main" val="544875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6027-2DD4-0A6F-E69F-87FDBA534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B5A0D-2874-84BC-4381-CD7351E17507}"/>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2E8699FE-F072-902E-B0BE-97DFF123013D}"/>
              </a:ext>
            </a:extLst>
          </p:cNvPr>
          <p:cNvSpPr>
            <a:spLocks noGrp="1"/>
          </p:cNvSpPr>
          <p:nvPr>
            <p:ph idx="1"/>
          </p:nvPr>
        </p:nvSpPr>
        <p:spPr/>
        <p:txBody>
          <a:bodyPr/>
          <a:lstStyle/>
          <a:p>
            <a:r>
              <a:rPr lang="en-US" b="1"/>
              <a:t>Open/Closed Principle (OCP):</a:t>
            </a:r>
            <a:r>
              <a:rPr lang="en-US"/>
              <a:t> Software entities (classes, modules, functions, etc.) should be open for extension but closed for modification.</a:t>
            </a:r>
          </a:p>
          <a:p>
            <a:r>
              <a:rPr lang="en-US"/>
              <a:t>In other words, the behavior of a software artifact ought to be extendible, without having to modify that artifact.</a:t>
            </a:r>
          </a:p>
          <a:p>
            <a:endParaRPr lang="en-US"/>
          </a:p>
          <a:p>
            <a:endParaRPr lang="en-US"/>
          </a:p>
        </p:txBody>
      </p:sp>
    </p:spTree>
    <p:extLst>
      <p:ext uri="{BB962C8B-B14F-4D97-AF65-F5344CB8AC3E}">
        <p14:creationId xmlns:p14="http://schemas.microsoft.com/office/powerpoint/2010/main" val="418915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E156F-ACD7-33BE-476F-A59D341911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63B16-DB2F-C972-E09A-03B972EB3BA6}"/>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805160C6-B643-7C4F-621A-7A91747FF0A1}"/>
              </a:ext>
            </a:extLst>
          </p:cNvPr>
          <p:cNvSpPr>
            <a:spLocks noGrp="1"/>
          </p:cNvSpPr>
          <p:nvPr>
            <p:ph idx="1"/>
          </p:nvPr>
        </p:nvSpPr>
        <p:spPr/>
        <p:txBody>
          <a:bodyPr/>
          <a:lstStyle/>
          <a:p>
            <a:r>
              <a:rPr lang="en-US" b="1"/>
              <a:t>Open/Closed Principle (OCP):</a:t>
            </a:r>
            <a:endParaRPr lang="en-US"/>
          </a:p>
          <a:p>
            <a:endParaRPr lang="en-US"/>
          </a:p>
        </p:txBody>
      </p:sp>
      <p:pic>
        <p:nvPicPr>
          <p:cNvPr id="3076" name="Picture 4">
            <a:extLst>
              <a:ext uri="{FF2B5EF4-FFF2-40B4-BE49-F238E27FC236}">
                <a16:creationId xmlns:a16="http://schemas.microsoft.com/office/drawing/2014/main" id="{D3154511-BB65-45AC-B7C8-585AFE98D10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429" t="3285" r="4143" b="6194"/>
          <a:stretch/>
        </p:blipFill>
        <p:spPr bwMode="auto">
          <a:xfrm>
            <a:off x="3181350" y="2293936"/>
            <a:ext cx="5962650" cy="419893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FD1BC52-3A61-1A17-42AC-42B36F72FC46}"/>
              </a:ext>
            </a:extLst>
          </p:cNvPr>
          <p:cNvSpPr txBox="1"/>
          <p:nvPr/>
        </p:nvSpPr>
        <p:spPr>
          <a:xfrm>
            <a:off x="2000251" y="6491385"/>
            <a:ext cx="8429625" cy="307777"/>
          </a:xfrm>
          <a:prstGeom prst="rect">
            <a:avLst/>
          </a:prstGeom>
          <a:noFill/>
        </p:spPr>
        <p:txBody>
          <a:bodyPr wrap="square">
            <a:spAutoFit/>
          </a:bodyPr>
          <a:lstStyle/>
          <a:p>
            <a:r>
              <a:rPr lang="en-US" sz="1400">
                <a:hlinkClick r:id="rId3"/>
              </a:rPr>
              <a:t>Source: What is Open-Closed Principle?. Definition of OCP, violation, benefits | by Jun Bang | Medium</a:t>
            </a:r>
            <a:endParaRPr lang="en-US" sz="1400"/>
          </a:p>
        </p:txBody>
      </p:sp>
      <p:pic>
        <p:nvPicPr>
          <p:cNvPr id="9" name="Graphic 8" descr="Thumbs Down with solid fill">
            <a:extLst>
              <a:ext uri="{FF2B5EF4-FFF2-40B4-BE49-F238E27FC236}">
                <a16:creationId xmlns:a16="http://schemas.microsoft.com/office/drawing/2014/main" id="{F6297309-6CC9-F385-B042-38CA5992AC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48787" y="2971800"/>
            <a:ext cx="914400" cy="914400"/>
          </a:xfrm>
          <a:prstGeom prst="rect">
            <a:avLst/>
          </a:prstGeom>
        </p:spPr>
      </p:pic>
    </p:spTree>
    <p:extLst>
      <p:ext uri="{BB962C8B-B14F-4D97-AF65-F5344CB8AC3E}">
        <p14:creationId xmlns:p14="http://schemas.microsoft.com/office/powerpoint/2010/main" val="3998286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F9CFF-5D21-E755-21A4-06B84AA45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4C0FD-89E2-70DE-10C3-FAEAD5E03BE0}"/>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6BDA1390-8539-B8E6-2BC2-94BBB0BA8D8B}"/>
              </a:ext>
            </a:extLst>
          </p:cNvPr>
          <p:cNvSpPr>
            <a:spLocks noGrp="1"/>
          </p:cNvSpPr>
          <p:nvPr>
            <p:ph idx="1"/>
          </p:nvPr>
        </p:nvSpPr>
        <p:spPr/>
        <p:txBody>
          <a:bodyPr/>
          <a:lstStyle/>
          <a:p>
            <a:r>
              <a:rPr lang="en-US" b="1"/>
              <a:t>Open/Closed Principle (OCP):</a:t>
            </a:r>
            <a:endParaRPr lang="en-US"/>
          </a:p>
          <a:p>
            <a:endParaRPr lang="en-US"/>
          </a:p>
        </p:txBody>
      </p:sp>
      <p:sp>
        <p:nvSpPr>
          <p:cNvPr id="7" name="TextBox 6">
            <a:extLst>
              <a:ext uri="{FF2B5EF4-FFF2-40B4-BE49-F238E27FC236}">
                <a16:creationId xmlns:a16="http://schemas.microsoft.com/office/drawing/2014/main" id="{62C3F035-535C-225B-DABC-16541C28A8EA}"/>
              </a:ext>
            </a:extLst>
          </p:cNvPr>
          <p:cNvSpPr txBox="1"/>
          <p:nvPr/>
        </p:nvSpPr>
        <p:spPr>
          <a:xfrm>
            <a:off x="2000251" y="6491385"/>
            <a:ext cx="8429625" cy="307777"/>
          </a:xfrm>
          <a:prstGeom prst="rect">
            <a:avLst/>
          </a:prstGeom>
          <a:noFill/>
        </p:spPr>
        <p:txBody>
          <a:bodyPr wrap="square">
            <a:spAutoFit/>
          </a:bodyPr>
          <a:lstStyle/>
          <a:p>
            <a:r>
              <a:rPr lang="en-US" sz="1400">
                <a:hlinkClick r:id="rId2"/>
              </a:rPr>
              <a:t>Source: What is Open-Closed Principle?. Definition of OCP, violation, benefits | by Jun Bang | Medium</a:t>
            </a:r>
            <a:endParaRPr lang="en-US" sz="1400"/>
          </a:p>
        </p:txBody>
      </p:sp>
      <p:pic>
        <p:nvPicPr>
          <p:cNvPr id="9" name="Graphic 8" descr="Thumbs Down with solid fill">
            <a:extLst>
              <a:ext uri="{FF2B5EF4-FFF2-40B4-BE49-F238E27FC236}">
                <a16:creationId xmlns:a16="http://schemas.microsoft.com/office/drawing/2014/main" id="{A4813346-DEAD-2CB2-1D42-F3C79FB7FD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9277350" y="3049588"/>
            <a:ext cx="914400" cy="914400"/>
          </a:xfrm>
          <a:prstGeom prst="rect">
            <a:avLst/>
          </a:prstGeom>
        </p:spPr>
      </p:pic>
      <p:pic>
        <p:nvPicPr>
          <p:cNvPr id="4100" name="Picture 4">
            <a:extLst>
              <a:ext uri="{FF2B5EF4-FFF2-40B4-BE49-F238E27FC236}">
                <a16:creationId xmlns:a16="http://schemas.microsoft.com/office/drawing/2014/main" id="{BDA788BC-1623-7ADF-1407-6776D5EE5E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7450" y="2643286"/>
            <a:ext cx="6667500" cy="330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23827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879D-4813-0AA4-7849-3F85B1E67409}"/>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3E470283-41D1-BE61-7C6E-9324656EA8A2}"/>
              </a:ext>
            </a:extLst>
          </p:cNvPr>
          <p:cNvSpPr>
            <a:spLocks noGrp="1"/>
          </p:cNvSpPr>
          <p:nvPr>
            <p:ph idx="1"/>
          </p:nvPr>
        </p:nvSpPr>
        <p:spPr/>
        <p:txBody>
          <a:bodyPr>
            <a:normAutofit/>
          </a:bodyPr>
          <a:lstStyle/>
          <a:p>
            <a:r>
              <a:rPr lang="en-US" b="1"/>
              <a:t>Liskov Substitution Principle (LSP):</a:t>
            </a:r>
            <a:r>
              <a:rPr lang="en-US"/>
              <a:t> Objects of a superclass should be replaceable with objects of a subclass without affecting the correctness of the program.</a:t>
            </a:r>
          </a:p>
          <a:p>
            <a:endParaRPr lang="en-US"/>
          </a:p>
          <a:p>
            <a:endParaRPr lang="en-US"/>
          </a:p>
          <a:p>
            <a:endParaRPr lang="en-US"/>
          </a:p>
        </p:txBody>
      </p:sp>
    </p:spTree>
    <p:extLst>
      <p:ext uri="{BB962C8B-B14F-4D97-AF65-F5344CB8AC3E}">
        <p14:creationId xmlns:p14="http://schemas.microsoft.com/office/powerpoint/2010/main" val="32811864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BBEFD-764F-8C1E-3FC8-9E6DB4667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8A6DD-0498-8244-3792-24A332D5653A}"/>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337B0EA8-D972-D6CA-EEE4-74825EB33DE6}"/>
              </a:ext>
            </a:extLst>
          </p:cNvPr>
          <p:cNvSpPr>
            <a:spLocks noGrp="1"/>
          </p:cNvSpPr>
          <p:nvPr>
            <p:ph idx="1"/>
          </p:nvPr>
        </p:nvSpPr>
        <p:spPr/>
        <p:txBody>
          <a:bodyPr>
            <a:normAutofit/>
          </a:bodyPr>
          <a:lstStyle/>
          <a:p>
            <a:r>
              <a:rPr lang="en-US" b="1"/>
              <a:t>Liskov Substitution Principle (LSP):</a:t>
            </a:r>
            <a:endParaRPr lang="en-US"/>
          </a:p>
          <a:p>
            <a:endParaRPr lang="en-US"/>
          </a:p>
          <a:p>
            <a:endParaRPr lang="en-US"/>
          </a:p>
        </p:txBody>
      </p:sp>
      <p:pic>
        <p:nvPicPr>
          <p:cNvPr id="5" name="Picture 4">
            <a:extLst>
              <a:ext uri="{FF2B5EF4-FFF2-40B4-BE49-F238E27FC236}">
                <a16:creationId xmlns:a16="http://schemas.microsoft.com/office/drawing/2014/main" id="{F5D3FA4B-6A02-0BCE-E790-1A2AE19441F4}"/>
              </a:ext>
            </a:extLst>
          </p:cNvPr>
          <p:cNvPicPr>
            <a:picLocks noChangeAspect="1"/>
          </p:cNvPicPr>
          <p:nvPr/>
        </p:nvPicPr>
        <p:blipFill>
          <a:blip r:embed="rId2"/>
          <a:stretch>
            <a:fillRect/>
          </a:stretch>
        </p:blipFill>
        <p:spPr>
          <a:xfrm>
            <a:off x="2928496" y="2804643"/>
            <a:ext cx="6335009" cy="3372321"/>
          </a:xfrm>
          <a:prstGeom prst="rect">
            <a:avLst/>
          </a:prstGeom>
        </p:spPr>
      </p:pic>
      <p:pic>
        <p:nvPicPr>
          <p:cNvPr id="6" name="Graphic 5" descr="Thumbs Down with solid fill">
            <a:extLst>
              <a:ext uri="{FF2B5EF4-FFF2-40B4-BE49-F238E27FC236}">
                <a16:creationId xmlns:a16="http://schemas.microsoft.com/office/drawing/2014/main" id="{8DA0918E-4587-8B89-E4AE-D0AECA5254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82149" y="2690577"/>
            <a:ext cx="914400" cy="914400"/>
          </a:xfrm>
          <a:prstGeom prst="rect">
            <a:avLst/>
          </a:prstGeom>
        </p:spPr>
      </p:pic>
    </p:spTree>
    <p:extLst>
      <p:ext uri="{BB962C8B-B14F-4D97-AF65-F5344CB8AC3E}">
        <p14:creationId xmlns:p14="http://schemas.microsoft.com/office/powerpoint/2010/main" val="27266760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F7472-3636-247A-C46C-71386B3AE3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69123-A1AE-0697-D377-691E3C5A1F6E}"/>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7424464D-5C43-FAC8-3AFE-0980F48AA9F5}"/>
              </a:ext>
            </a:extLst>
          </p:cNvPr>
          <p:cNvSpPr>
            <a:spLocks noGrp="1"/>
          </p:cNvSpPr>
          <p:nvPr>
            <p:ph idx="1"/>
          </p:nvPr>
        </p:nvSpPr>
        <p:spPr/>
        <p:txBody>
          <a:bodyPr>
            <a:normAutofit/>
          </a:bodyPr>
          <a:lstStyle/>
          <a:p>
            <a:r>
              <a:rPr lang="en-US" b="1"/>
              <a:t>Liskov Substitution Principle (LSP):</a:t>
            </a:r>
            <a:endParaRPr lang="en-US"/>
          </a:p>
          <a:p>
            <a:endParaRPr lang="en-US"/>
          </a:p>
          <a:p>
            <a:endParaRPr lang="en-US"/>
          </a:p>
        </p:txBody>
      </p:sp>
      <p:pic>
        <p:nvPicPr>
          <p:cNvPr id="6" name="Graphic 5" descr="Thumbs Down with solid fill">
            <a:extLst>
              <a:ext uri="{FF2B5EF4-FFF2-40B4-BE49-F238E27FC236}">
                <a16:creationId xmlns:a16="http://schemas.microsoft.com/office/drawing/2014/main" id="{F3AD6770-1E7F-B6D8-275E-7D67BC0CB15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82149" y="2690577"/>
            <a:ext cx="914400" cy="914400"/>
          </a:xfrm>
          <a:prstGeom prst="rect">
            <a:avLst/>
          </a:prstGeom>
        </p:spPr>
      </p:pic>
      <p:pic>
        <p:nvPicPr>
          <p:cNvPr id="7" name="Picture 6">
            <a:extLst>
              <a:ext uri="{FF2B5EF4-FFF2-40B4-BE49-F238E27FC236}">
                <a16:creationId xmlns:a16="http://schemas.microsoft.com/office/drawing/2014/main" id="{473AB123-DB21-DB79-B3E1-63CE0756E85E}"/>
              </a:ext>
            </a:extLst>
          </p:cNvPr>
          <p:cNvPicPr>
            <a:picLocks noChangeAspect="1"/>
          </p:cNvPicPr>
          <p:nvPr/>
        </p:nvPicPr>
        <p:blipFill>
          <a:blip r:embed="rId4"/>
          <a:stretch>
            <a:fillRect/>
          </a:stretch>
        </p:blipFill>
        <p:spPr>
          <a:xfrm>
            <a:off x="1918758" y="2529922"/>
            <a:ext cx="7592485" cy="3962953"/>
          </a:xfrm>
          <a:prstGeom prst="rect">
            <a:avLst/>
          </a:prstGeom>
        </p:spPr>
      </p:pic>
    </p:spTree>
    <p:extLst>
      <p:ext uri="{BB962C8B-B14F-4D97-AF65-F5344CB8AC3E}">
        <p14:creationId xmlns:p14="http://schemas.microsoft.com/office/powerpoint/2010/main" val="42085030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79E5C-5E9A-7F47-E925-22B307C4B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4EFD2-6AB1-5B60-8F92-299AA841F17F}"/>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B781FA65-7079-F920-5AC7-CF9C2D1C7CA6}"/>
              </a:ext>
            </a:extLst>
          </p:cNvPr>
          <p:cNvSpPr>
            <a:spLocks noGrp="1"/>
          </p:cNvSpPr>
          <p:nvPr>
            <p:ph idx="1"/>
          </p:nvPr>
        </p:nvSpPr>
        <p:spPr/>
        <p:txBody>
          <a:bodyPr>
            <a:normAutofit/>
          </a:bodyPr>
          <a:lstStyle/>
          <a:p>
            <a:r>
              <a:rPr lang="en-US" b="1"/>
              <a:t>Liskov Substitution Principle (LSP):</a:t>
            </a:r>
          </a:p>
          <a:p>
            <a:pPr lvl="1"/>
            <a:r>
              <a:rPr lang="en-US"/>
              <a:t>Possible solution: Prefer composition over inheritance when wanting to reuse code</a:t>
            </a:r>
          </a:p>
          <a:p>
            <a:pPr lvl="2"/>
            <a:endParaRPr lang="en-US"/>
          </a:p>
          <a:p>
            <a:endParaRPr lang="en-US"/>
          </a:p>
          <a:p>
            <a:endParaRPr lang="en-US"/>
          </a:p>
        </p:txBody>
      </p:sp>
      <p:pic>
        <p:nvPicPr>
          <p:cNvPr id="9" name="Picture 8">
            <a:extLst>
              <a:ext uri="{FF2B5EF4-FFF2-40B4-BE49-F238E27FC236}">
                <a16:creationId xmlns:a16="http://schemas.microsoft.com/office/drawing/2014/main" id="{597F8DB9-43C0-996C-503B-4CDE6DB73086}"/>
              </a:ext>
            </a:extLst>
          </p:cNvPr>
          <p:cNvPicPr>
            <a:picLocks noChangeAspect="1"/>
          </p:cNvPicPr>
          <p:nvPr/>
        </p:nvPicPr>
        <p:blipFill>
          <a:blip r:embed="rId2"/>
          <a:stretch>
            <a:fillRect/>
          </a:stretch>
        </p:blipFill>
        <p:spPr>
          <a:xfrm>
            <a:off x="1524000" y="3429001"/>
            <a:ext cx="9144000" cy="2263905"/>
          </a:xfrm>
          <a:prstGeom prst="rect">
            <a:avLst/>
          </a:prstGeom>
        </p:spPr>
      </p:pic>
    </p:spTree>
    <p:extLst>
      <p:ext uri="{BB962C8B-B14F-4D97-AF65-F5344CB8AC3E}">
        <p14:creationId xmlns:p14="http://schemas.microsoft.com/office/powerpoint/2010/main" val="14194379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8C89B-9D5E-4FB6-3FDE-13D14D9F2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CFF32B-5D7D-DD41-C9F0-9047DFD66C51}"/>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8020D12F-F2DA-DE6B-9FFD-35CD68B07ECF}"/>
              </a:ext>
            </a:extLst>
          </p:cNvPr>
          <p:cNvSpPr>
            <a:spLocks noGrp="1"/>
          </p:cNvSpPr>
          <p:nvPr>
            <p:ph idx="1"/>
          </p:nvPr>
        </p:nvSpPr>
        <p:spPr/>
        <p:txBody>
          <a:bodyPr>
            <a:normAutofit/>
          </a:bodyPr>
          <a:lstStyle/>
          <a:p>
            <a:r>
              <a:rPr lang="en-US" b="1"/>
              <a:t>Interface Segregation Principle (ISP):</a:t>
            </a:r>
          </a:p>
          <a:p>
            <a:pPr lvl="1"/>
            <a:r>
              <a:rPr lang="en-US"/>
              <a:t>A client should not be forced to implement interfaces it doesn't use. </a:t>
            </a:r>
          </a:p>
          <a:p>
            <a:pPr lvl="1"/>
            <a:r>
              <a:rPr lang="en-US"/>
              <a:t>Instead of one large interface, multiple smaller interfaces are preferable.</a:t>
            </a:r>
          </a:p>
          <a:p>
            <a:endParaRPr lang="en-US"/>
          </a:p>
          <a:p>
            <a:endParaRPr lang="en-US"/>
          </a:p>
          <a:p>
            <a:endParaRPr lang="en-US"/>
          </a:p>
        </p:txBody>
      </p:sp>
    </p:spTree>
    <p:extLst>
      <p:ext uri="{BB962C8B-B14F-4D97-AF65-F5344CB8AC3E}">
        <p14:creationId xmlns:p14="http://schemas.microsoft.com/office/powerpoint/2010/main" val="4294961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CB58-4D43-AF16-B36B-97943580A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45F6F-CA54-80D3-486E-D201C52B1DE9}"/>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E8A1411E-FC81-F8F1-7FCB-EB2288BBC8D6}"/>
              </a:ext>
            </a:extLst>
          </p:cNvPr>
          <p:cNvSpPr>
            <a:spLocks noGrp="1"/>
          </p:cNvSpPr>
          <p:nvPr>
            <p:ph idx="1"/>
          </p:nvPr>
        </p:nvSpPr>
        <p:spPr/>
        <p:txBody>
          <a:bodyPr>
            <a:normAutofit/>
          </a:bodyPr>
          <a:lstStyle/>
          <a:p>
            <a:r>
              <a:rPr lang="en-US" b="1"/>
              <a:t>Interface Segregation Principle (ISP):</a:t>
            </a:r>
          </a:p>
          <a:p>
            <a:endParaRPr lang="en-US"/>
          </a:p>
          <a:p>
            <a:endParaRPr lang="en-US"/>
          </a:p>
          <a:p>
            <a:endParaRPr lang="en-US"/>
          </a:p>
        </p:txBody>
      </p:sp>
      <p:pic>
        <p:nvPicPr>
          <p:cNvPr id="5" name="Picture 4">
            <a:extLst>
              <a:ext uri="{FF2B5EF4-FFF2-40B4-BE49-F238E27FC236}">
                <a16:creationId xmlns:a16="http://schemas.microsoft.com/office/drawing/2014/main" id="{6531A613-DF51-53F0-2629-A716290E30A9}"/>
              </a:ext>
            </a:extLst>
          </p:cNvPr>
          <p:cNvPicPr>
            <a:picLocks noChangeAspect="1"/>
          </p:cNvPicPr>
          <p:nvPr/>
        </p:nvPicPr>
        <p:blipFill>
          <a:blip r:embed="rId2"/>
          <a:stretch>
            <a:fillRect/>
          </a:stretch>
        </p:blipFill>
        <p:spPr>
          <a:xfrm>
            <a:off x="2823706" y="2619133"/>
            <a:ext cx="6544588" cy="3467584"/>
          </a:xfrm>
          <a:prstGeom prst="rect">
            <a:avLst/>
          </a:prstGeom>
        </p:spPr>
      </p:pic>
      <p:pic>
        <p:nvPicPr>
          <p:cNvPr id="6" name="Graphic 5" descr="Thumbs Down with solid fill">
            <a:extLst>
              <a:ext uri="{FF2B5EF4-FFF2-40B4-BE49-F238E27FC236}">
                <a16:creationId xmlns:a16="http://schemas.microsoft.com/office/drawing/2014/main" id="{0B3242A5-EADA-2AD6-9716-CCC9853E10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60478" y="3309702"/>
            <a:ext cx="914400" cy="914400"/>
          </a:xfrm>
          <a:prstGeom prst="rect">
            <a:avLst/>
          </a:prstGeom>
        </p:spPr>
      </p:pic>
    </p:spTree>
    <p:extLst>
      <p:ext uri="{BB962C8B-B14F-4D97-AF65-F5344CB8AC3E}">
        <p14:creationId xmlns:p14="http://schemas.microsoft.com/office/powerpoint/2010/main" val="7350221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1B9F8-CCF8-3C1C-6A0D-433E78723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2961C5-4B2F-B138-C199-568F8F3ADEC2}"/>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3DFE51F7-9C6E-3325-FD1C-EAFA4B3131CC}"/>
              </a:ext>
            </a:extLst>
          </p:cNvPr>
          <p:cNvSpPr>
            <a:spLocks noGrp="1"/>
          </p:cNvSpPr>
          <p:nvPr>
            <p:ph idx="1"/>
          </p:nvPr>
        </p:nvSpPr>
        <p:spPr/>
        <p:txBody>
          <a:bodyPr>
            <a:normAutofit/>
          </a:bodyPr>
          <a:lstStyle/>
          <a:p>
            <a:r>
              <a:rPr lang="en-US" b="1"/>
              <a:t>Interface Segregation Principle (ISP):</a:t>
            </a:r>
          </a:p>
          <a:p>
            <a:endParaRPr lang="en-US"/>
          </a:p>
          <a:p>
            <a:endParaRPr lang="en-US"/>
          </a:p>
          <a:p>
            <a:endParaRPr lang="en-US"/>
          </a:p>
        </p:txBody>
      </p:sp>
      <p:pic>
        <p:nvPicPr>
          <p:cNvPr id="6" name="Graphic 5" descr="Thumbs Down with solid fill">
            <a:extLst>
              <a:ext uri="{FF2B5EF4-FFF2-40B4-BE49-F238E27FC236}">
                <a16:creationId xmlns:a16="http://schemas.microsoft.com/office/drawing/2014/main" id="{383F8784-54FD-7416-6DAE-0A76926B3A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9460478" y="3309702"/>
            <a:ext cx="914400" cy="914400"/>
          </a:xfrm>
          <a:prstGeom prst="rect">
            <a:avLst/>
          </a:prstGeom>
        </p:spPr>
      </p:pic>
      <p:pic>
        <p:nvPicPr>
          <p:cNvPr id="7" name="Picture 6">
            <a:extLst>
              <a:ext uri="{FF2B5EF4-FFF2-40B4-BE49-F238E27FC236}">
                <a16:creationId xmlns:a16="http://schemas.microsoft.com/office/drawing/2014/main" id="{E3F96AD6-AA7C-BF8B-1EBC-F7A71059C54B}"/>
              </a:ext>
            </a:extLst>
          </p:cNvPr>
          <p:cNvPicPr>
            <a:picLocks noChangeAspect="1"/>
          </p:cNvPicPr>
          <p:nvPr/>
        </p:nvPicPr>
        <p:blipFill>
          <a:blip r:embed="rId4"/>
          <a:stretch>
            <a:fillRect/>
          </a:stretch>
        </p:blipFill>
        <p:spPr>
          <a:xfrm>
            <a:off x="3557233" y="2949105"/>
            <a:ext cx="5077534" cy="3362794"/>
          </a:xfrm>
          <a:prstGeom prst="rect">
            <a:avLst/>
          </a:prstGeom>
        </p:spPr>
      </p:pic>
    </p:spTree>
    <p:extLst>
      <p:ext uri="{BB962C8B-B14F-4D97-AF65-F5344CB8AC3E}">
        <p14:creationId xmlns:p14="http://schemas.microsoft.com/office/powerpoint/2010/main" val="3326082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879D-4813-0AA4-7849-3F85B1E67409}"/>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3E470283-41D1-BE61-7C6E-9324656EA8A2}"/>
              </a:ext>
            </a:extLst>
          </p:cNvPr>
          <p:cNvSpPr>
            <a:spLocks noGrp="1"/>
          </p:cNvSpPr>
          <p:nvPr>
            <p:ph idx="1"/>
          </p:nvPr>
        </p:nvSpPr>
        <p:spPr/>
        <p:txBody>
          <a:bodyPr/>
          <a:lstStyle/>
          <a:p>
            <a:r>
              <a:rPr lang="en-US" b="1"/>
              <a:t>Dependency Inversion Principle (DIP):</a:t>
            </a:r>
            <a:r>
              <a:rPr lang="en-US"/>
              <a:t> </a:t>
            </a:r>
          </a:p>
          <a:p>
            <a:pPr lvl="1"/>
            <a:r>
              <a:rPr lang="en-US"/>
              <a:t>High-level modules should not depend on low-level modules. </a:t>
            </a:r>
          </a:p>
          <a:p>
            <a:pPr lvl="1"/>
            <a:r>
              <a:rPr lang="en-US"/>
              <a:t>Both should depend on abstractions. </a:t>
            </a:r>
          </a:p>
          <a:p>
            <a:pPr lvl="1"/>
            <a:r>
              <a:rPr lang="en-US"/>
              <a:t>Abstractions should not depend on details. </a:t>
            </a:r>
          </a:p>
          <a:p>
            <a:pPr lvl="1"/>
            <a:r>
              <a:rPr lang="en-US"/>
              <a:t>Details should depend on abstractions.</a:t>
            </a:r>
          </a:p>
          <a:p>
            <a:endParaRPr lang="en-US"/>
          </a:p>
          <a:p>
            <a:endParaRPr lang="en-US"/>
          </a:p>
          <a:p>
            <a:endParaRPr lang="en-US"/>
          </a:p>
          <a:p>
            <a:endParaRPr lang="en-US"/>
          </a:p>
        </p:txBody>
      </p:sp>
    </p:spTree>
    <p:extLst>
      <p:ext uri="{BB962C8B-B14F-4D97-AF65-F5344CB8AC3E}">
        <p14:creationId xmlns:p14="http://schemas.microsoft.com/office/powerpoint/2010/main" val="1469417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DF006-1873-CCA2-8D85-C66C6D2FA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E1217A-AD60-DAE4-6F5B-3073955A2E68}"/>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A11204F4-DBC2-E831-A8F6-F2CA4A3D69BB}"/>
              </a:ext>
            </a:extLst>
          </p:cNvPr>
          <p:cNvSpPr>
            <a:spLocks noGrp="1"/>
          </p:cNvSpPr>
          <p:nvPr>
            <p:ph idx="1"/>
          </p:nvPr>
        </p:nvSpPr>
        <p:spPr/>
        <p:txBody>
          <a:bodyPr/>
          <a:lstStyle/>
          <a:p>
            <a:r>
              <a:rPr lang="en-US" b="1"/>
              <a:t>Dependency Inversion Principle (DIP):</a:t>
            </a:r>
            <a:r>
              <a:rPr lang="en-US"/>
              <a:t> </a:t>
            </a:r>
          </a:p>
          <a:p>
            <a:pPr lvl="1"/>
            <a:endParaRPr lang="en-US"/>
          </a:p>
          <a:p>
            <a:endParaRPr lang="en-US"/>
          </a:p>
          <a:p>
            <a:endParaRPr lang="en-US"/>
          </a:p>
          <a:p>
            <a:endParaRPr lang="en-US"/>
          </a:p>
          <a:p>
            <a:endParaRPr lang="en-US"/>
          </a:p>
        </p:txBody>
      </p:sp>
      <p:pic>
        <p:nvPicPr>
          <p:cNvPr id="5122" name="Picture 2" descr="DIP ButtomLamp">
            <a:extLst>
              <a:ext uri="{FF2B5EF4-FFF2-40B4-BE49-F238E27FC236}">
                <a16:creationId xmlns:a16="http://schemas.microsoft.com/office/drawing/2014/main" id="{51F98FB1-6237-7D47-EA46-3FC90B6A0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3814" y="2676525"/>
            <a:ext cx="4524375" cy="1504950"/>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Thumbs Down with solid fill">
            <a:extLst>
              <a:ext uri="{FF2B5EF4-FFF2-40B4-BE49-F238E27FC236}">
                <a16:creationId xmlns:a16="http://schemas.microsoft.com/office/drawing/2014/main" id="{2E22734A-5ED8-C60E-B1CB-B32CD1813E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17603" y="3267075"/>
            <a:ext cx="914400" cy="914400"/>
          </a:xfrm>
          <a:prstGeom prst="rect">
            <a:avLst/>
          </a:prstGeom>
        </p:spPr>
      </p:pic>
      <p:sp>
        <p:nvSpPr>
          <p:cNvPr id="7" name="TextBox 6">
            <a:extLst>
              <a:ext uri="{FF2B5EF4-FFF2-40B4-BE49-F238E27FC236}">
                <a16:creationId xmlns:a16="http://schemas.microsoft.com/office/drawing/2014/main" id="{5951E029-4458-D083-5CAE-6512F3B086D1}"/>
              </a:ext>
            </a:extLst>
          </p:cNvPr>
          <p:cNvSpPr txBox="1"/>
          <p:nvPr/>
        </p:nvSpPr>
        <p:spPr>
          <a:xfrm>
            <a:off x="5143500" y="6307137"/>
            <a:ext cx="5524500" cy="369332"/>
          </a:xfrm>
          <a:prstGeom prst="rect">
            <a:avLst/>
          </a:prstGeom>
          <a:noFill/>
        </p:spPr>
        <p:txBody>
          <a:bodyPr wrap="square">
            <a:spAutoFit/>
          </a:bodyPr>
          <a:lstStyle/>
          <a:p>
            <a:r>
              <a:rPr lang="en-US">
                <a:hlinkClick r:id="rId5"/>
              </a:rPr>
              <a:t>stg-tud.github.io/sedc/Lecture/ws13-14/3.5-DIP.html</a:t>
            </a:r>
            <a:endParaRPr lang="en-US"/>
          </a:p>
        </p:txBody>
      </p:sp>
    </p:spTree>
    <p:extLst>
      <p:ext uri="{BB962C8B-B14F-4D97-AF65-F5344CB8AC3E}">
        <p14:creationId xmlns:p14="http://schemas.microsoft.com/office/powerpoint/2010/main" val="11787543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E858A-3D4D-B991-73B4-B027E05E1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87327-4C7C-68E2-6F5A-032B55B100A2}"/>
              </a:ext>
            </a:extLst>
          </p:cNvPr>
          <p:cNvSpPr>
            <a:spLocks noGrp="1"/>
          </p:cNvSpPr>
          <p:nvPr>
            <p:ph type="title"/>
          </p:nvPr>
        </p:nvSpPr>
        <p:spPr/>
        <p:txBody>
          <a:bodyPr/>
          <a:lstStyle/>
          <a:p>
            <a:r>
              <a:rPr lang="en-US"/>
              <a:t>SOLID</a:t>
            </a:r>
          </a:p>
        </p:txBody>
      </p:sp>
      <p:sp>
        <p:nvSpPr>
          <p:cNvPr id="3" name="Content Placeholder 2">
            <a:extLst>
              <a:ext uri="{FF2B5EF4-FFF2-40B4-BE49-F238E27FC236}">
                <a16:creationId xmlns:a16="http://schemas.microsoft.com/office/drawing/2014/main" id="{DAC44D77-E0EE-D92E-14BE-018519700515}"/>
              </a:ext>
            </a:extLst>
          </p:cNvPr>
          <p:cNvSpPr>
            <a:spLocks noGrp="1"/>
          </p:cNvSpPr>
          <p:nvPr>
            <p:ph idx="1"/>
          </p:nvPr>
        </p:nvSpPr>
        <p:spPr/>
        <p:txBody>
          <a:bodyPr/>
          <a:lstStyle/>
          <a:p>
            <a:r>
              <a:rPr lang="en-US" b="1"/>
              <a:t>Dependency Inversion Principle (DIP):</a:t>
            </a:r>
            <a:r>
              <a:rPr lang="en-US"/>
              <a:t> </a:t>
            </a:r>
          </a:p>
          <a:p>
            <a:pPr lvl="1"/>
            <a:endParaRPr lang="en-US"/>
          </a:p>
          <a:p>
            <a:endParaRPr lang="en-US"/>
          </a:p>
          <a:p>
            <a:endParaRPr lang="en-US"/>
          </a:p>
          <a:p>
            <a:endParaRPr lang="en-US"/>
          </a:p>
          <a:p>
            <a:endParaRPr lang="en-US"/>
          </a:p>
        </p:txBody>
      </p:sp>
      <p:pic>
        <p:nvPicPr>
          <p:cNvPr id="4" name="Graphic 3" descr="Thumbs Down with solid fill">
            <a:extLst>
              <a:ext uri="{FF2B5EF4-FFF2-40B4-BE49-F238E27FC236}">
                <a16:creationId xmlns:a16="http://schemas.microsoft.com/office/drawing/2014/main" id="{EED455B3-AC9E-2661-6BA7-F644A0A66C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9317603" y="3267075"/>
            <a:ext cx="914400" cy="914400"/>
          </a:xfrm>
          <a:prstGeom prst="rect">
            <a:avLst/>
          </a:prstGeom>
        </p:spPr>
      </p:pic>
      <p:pic>
        <p:nvPicPr>
          <p:cNvPr id="7170" name="Picture 2" descr="DIP ButtomSwitchableLamp">
            <a:extLst>
              <a:ext uri="{FF2B5EF4-FFF2-40B4-BE49-F238E27FC236}">
                <a16:creationId xmlns:a16="http://schemas.microsoft.com/office/drawing/2014/main" id="{90E7FD70-6F3C-5792-1A98-364E5453FF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914" y="2852739"/>
            <a:ext cx="4810125" cy="31146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6DFA6B9-7C93-0DEA-B0F3-8261ED1348C2}"/>
              </a:ext>
            </a:extLst>
          </p:cNvPr>
          <p:cNvSpPr txBox="1"/>
          <p:nvPr/>
        </p:nvSpPr>
        <p:spPr>
          <a:xfrm>
            <a:off x="4991100" y="6307137"/>
            <a:ext cx="5676900" cy="369332"/>
          </a:xfrm>
          <a:prstGeom prst="rect">
            <a:avLst/>
          </a:prstGeom>
          <a:noFill/>
        </p:spPr>
        <p:txBody>
          <a:bodyPr wrap="square">
            <a:spAutoFit/>
          </a:bodyPr>
          <a:lstStyle/>
          <a:p>
            <a:r>
              <a:rPr lang="en-US">
                <a:hlinkClick r:id="rId5"/>
              </a:rPr>
              <a:t>stg-tud.github.io/sedc/Lecture/ws13-14/3.5-DIP.html</a:t>
            </a:r>
            <a:endParaRPr lang="en-US"/>
          </a:p>
        </p:txBody>
      </p:sp>
    </p:spTree>
    <p:extLst>
      <p:ext uri="{BB962C8B-B14F-4D97-AF65-F5344CB8AC3E}">
        <p14:creationId xmlns:p14="http://schemas.microsoft.com/office/powerpoint/2010/main" val="7021060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1724</TotalTime>
  <Words>1124</Words>
  <Application>Microsoft Office PowerPoint</Application>
  <PresentationFormat>Widescreen</PresentationFormat>
  <Paragraphs>194</Paragraphs>
  <Slides>42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Aptos Display</vt:lpstr>
      <vt:lpstr>Arial</vt:lpstr>
      <vt:lpstr>Open Sans</vt:lpstr>
      <vt:lpstr>Proxima Nova</vt:lpstr>
      <vt:lpstr>Office Theme</vt:lpstr>
      <vt:lpstr>SOLID</vt:lpstr>
      <vt:lpstr>Contents</vt:lpstr>
      <vt:lpstr>OOP principles</vt:lpstr>
      <vt:lpstr>OOP principles</vt:lpstr>
      <vt:lpstr>OOP principles</vt:lpstr>
      <vt:lpstr>OOP principles</vt:lpstr>
      <vt:lpstr>OOP principles</vt:lpstr>
      <vt:lpstr>OOP principles</vt:lpstr>
      <vt:lpstr>OOP principles</vt:lpstr>
      <vt:lpstr>OOP principles</vt:lpstr>
      <vt:lpstr>OOP principles</vt:lpstr>
      <vt:lpstr>Refactoring code smells</vt:lpstr>
      <vt:lpstr>Refactoring code smells</vt:lpstr>
      <vt:lpstr>Refactoring code smells</vt:lpstr>
      <vt:lpstr>Refactoring code smells</vt:lpstr>
      <vt:lpstr>Refactoring code smells</vt:lpstr>
      <vt:lpstr>Refactoring code smells</vt:lpstr>
      <vt:lpstr>Refactoring code smells</vt:lpstr>
      <vt:lpstr>Refactoring code smells</vt:lpstr>
      <vt:lpstr>Design smells</vt:lpstr>
      <vt:lpstr>Design smells</vt:lpstr>
      <vt:lpstr>Why does software rot?</vt:lpstr>
      <vt:lpstr>Technical Debt</vt:lpstr>
      <vt:lpstr>PowerPoint Presentation</vt:lpstr>
      <vt:lpstr>PowerPoint Presentation</vt:lpstr>
      <vt:lpstr>SOLID</vt:lpstr>
      <vt:lpstr>SOLID</vt:lpstr>
      <vt:lpstr>SOLID</vt:lpstr>
      <vt:lpstr>SOLID</vt:lpstr>
      <vt:lpstr>SOLID</vt:lpstr>
      <vt:lpstr>SOLID</vt:lpstr>
      <vt:lpstr>SOLID</vt:lpstr>
      <vt:lpstr>SOLID</vt:lpstr>
      <vt:lpstr>SOLID</vt:lpstr>
      <vt:lpstr>SOLID</vt:lpstr>
      <vt:lpstr>SOLID</vt:lpstr>
      <vt:lpstr>SOLID</vt:lpstr>
      <vt:lpstr>SOLID</vt:lpstr>
      <vt:lpstr>SOLID</vt:lpstr>
      <vt:lpstr>SOLID</vt:lpstr>
      <vt:lpstr>SOLID</vt:lpstr>
      <vt:lpstr>SOLID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Tien Nguyen</dc:creator>
  <cp:lastModifiedBy>User</cp:lastModifiedBy>
  <cp:revision>6</cp:revision>
  <dcterms:created xsi:type="dcterms:W3CDTF">2024-08-13T02:08:04Z</dcterms:created>
  <dcterms:modified xsi:type="dcterms:W3CDTF">2025-02-25T09:25:05Z</dcterms:modified>
</cp:coreProperties>
</file>