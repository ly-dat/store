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4"/>
  </p:notesMasterIdLst>
  <p:sldIdLst>
    <p:sldId id="256" r:id="rId2"/>
    <p:sldId id="257" r:id="rId3"/>
    <p:sldId id="271" r:id="rId4"/>
    <p:sldId id="267" r:id="rId5"/>
    <p:sldId id="373" r:id="rId6"/>
    <p:sldId id="269" r:id="rId7"/>
    <p:sldId id="268" r:id="rId8"/>
    <p:sldId id="272" r:id="rId9"/>
    <p:sldId id="273" r:id="rId10"/>
    <p:sldId id="275" r:id="rId11"/>
    <p:sldId id="274" r:id="rId12"/>
    <p:sldId id="277" r:id="rId13"/>
    <p:sldId id="279" r:id="rId14"/>
    <p:sldId id="278" r:id="rId15"/>
    <p:sldId id="280" r:id="rId16"/>
    <p:sldId id="282" r:id="rId17"/>
    <p:sldId id="284" r:id="rId18"/>
    <p:sldId id="283" r:id="rId19"/>
    <p:sldId id="285" r:id="rId20"/>
    <p:sldId id="342" r:id="rId21"/>
    <p:sldId id="328" r:id="rId22"/>
    <p:sldId id="343" r:id="rId23"/>
    <p:sldId id="344" r:id="rId24"/>
    <p:sldId id="345" r:id="rId25"/>
    <p:sldId id="346" r:id="rId26"/>
    <p:sldId id="347" r:id="rId27"/>
    <p:sldId id="329" r:id="rId28"/>
    <p:sldId id="348" r:id="rId29"/>
    <p:sldId id="349" r:id="rId30"/>
    <p:sldId id="330" r:id="rId31"/>
    <p:sldId id="350" r:id="rId32"/>
    <p:sldId id="351" r:id="rId33"/>
    <p:sldId id="352" r:id="rId34"/>
    <p:sldId id="353" r:id="rId35"/>
    <p:sldId id="354" r:id="rId36"/>
    <p:sldId id="331" r:id="rId37"/>
    <p:sldId id="355" r:id="rId38"/>
    <p:sldId id="357" r:id="rId39"/>
    <p:sldId id="332" r:id="rId40"/>
    <p:sldId id="358" r:id="rId41"/>
    <p:sldId id="333" r:id="rId42"/>
    <p:sldId id="359" r:id="rId43"/>
    <p:sldId id="334" r:id="rId44"/>
    <p:sldId id="360" r:id="rId45"/>
    <p:sldId id="361" r:id="rId46"/>
    <p:sldId id="362" r:id="rId47"/>
    <p:sldId id="363" r:id="rId48"/>
    <p:sldId id="335" r:id="rId49"/>
    <p:sldId id="336" r:id="rId50"/>
    <p:sldId id="364" r:id="rId51"/>
    <p:sldId id="337" r:id="rId52"/>
    <p:sldId id="365" r:id="rId53"/>
    <p:sldId id="367" r:id="rId54"/>
    <p:sldId id="366" r:id="rId55"/>
    <p:sldId id="338" r:id="rId56"/>
    <p:sldId id="368" r:id="rId57"/>
    <p:sldId id="339" r:id="rId58"/>
    <p:sldId id="340" r:id="rId59"/>
    <p:sldId id="369" r:id="rId60"/>
    <p:sldId id="370" r:id="rId61"/>
    <p:sldId id="371" r:id="rId62"/>
    <p:sldId id="372"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7B2013-B474-489B-86C8-F3D1363D81CE}" v="99" dt="2024-10-23T03:44:30.8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31" autoAdjust="0"/>
    <p:restoredTop sz="84867" autoAdjust="0"/>
  </p:normalViewPr>
  <p:slideViewPr>
    <p:cSldViewPr snapToGrid="0">
      <p:cViewPr varScale="1">
        <p:scale>
          <a:sx n="103" d="100"/>
          <a:sy n="103" d="100"/>
        </p:scale>
        <p:origin x="26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en Nguyen" userId="ed77cc8591eb2ea7" providerId="LiveId" clId="{09B4118B-7B17-47A8-BB69-A51F6365E8B0}"/>
    <pc:docChg chg="undo custSel addSld delSld modSld">
      <pc:chgData name="Tien Nguyen" userId="ed77cc8591eb2ea7" providerId="LiveId" clId="{09B4118B-7B17-47A8-BB69-A51F6365E8B0}" dt="2024-10-23T11:59:54.006" v="117" actId="20577"/>
      <pc:docMkLst>
        <pc:docMk/>
      </pc:docMkLst>
      <pc:sldChg chg="modSp mod">
        <pc:chgData name="Tien Nguyen" userId="ed77cc8591eb2ea7" providerId="LiveId" clId="{09B4118B-7B17-47A8-BB69-A51F6365E8B0}" dt="2024-10-23T11:59:54.006" v="117" actId="20577"/>
        <pc:sldMkLst>
          <pc:docMk/>
          <pc:sldMk cId="1657777994" sldId="256"/>
        </pc:sldMkLst>
        <pc:spChg chg="mod">
          <ac:chgData name="Tien Nguyen" userId="ed77cc8591eb2ea7" providerId="LiveId" clId="{09B4118B-7B17-47A8-BB69-A51F6365E8B0}" dt="2024-10-23T11:59:54.006" v="117" actId="20577"/>
          <ac:spMkLst>
            <pc:docMk/>
            <pc:sldMk cId="1657777994" sldId="256"/>
            <ac:spMk id="2" creationId="{9AB9558C-A85F-147B-2189-D39750C0CB75}"/>
          </ac:spMkLst>
        </pc:spChg>
      </pc:sldChg>
      <pc:sldChg chg="modSp mod">
        <pc:chgData name="Tien Nguyen" userId="ed77cc8591eb2ea7" providerId="LiveId" clId="{09B4118B-7B17-47A8-BB69-A51F6365E8B0}" dt="2024-10-23T11:48:32.403" v="83" actId="20577"/>
        <pc:sldMkLst>
          <pc:docMk/>
          <pc:sldMk cId="2960573009" sldId="257"/>
        </pc:sldMkLst>
        <pc:spChg chg="mod">
          <ac:chgData name="Tien Nguyen" userId="ed77cc8591eb2ea7" providerId="LiveId" clId="{09B4118B-7B17-47A8-BB69-A51F6365E8B0}" dt="2024-10-23T11:48:32.403" v="83" actId="20577"/>
          <ac:spMkLst>
            <pc:docMk/>
            <pc:sldMk cId="2960573009" sldId="257"/>
            <ac:spMk id="3" creationId="{6F708A49-A6BA-95DB-8669-94236D8664EE}"/>
          </ac:spMkLst>
        </pc:spChg>
      </pc:sldChg>
      <pc:sldChg chg="addSp delSp modSp mod modNotesTx">
        <pc:chgData name="Tien Nguyen" userId="ed77cc8591eb2ea7" providerId="LiveId" clId="{09B4118B-7B17-47A8-BB69-A51F6365E8B0}" dt="2024-10-23T11:56:32.734" v="100"/>
        <pc:sldMkLst>
          <pc:docMk/>
          <pc:sldMk cId="2946656725" sldId="267"/>
        </pc:sldMkLst>
        <pc:spChg chg="del">
          <ac:chgData name="Tien Nguyen" userId="ed77cc8591eb2ea7" providerId="LiveId" clId="{09B4118B-7B17-47A8-BB69-A51F6365E8B0}" dt="2024-10-23T11:50:31.643" v="85" actId="478"/>
          <ac:spMkLst>
            <pc:docMk/>
            <pc:sldMk cId="2946656725" sldId="267"/>
            <ac:spMk id="3" creationId="{73DC7C05-024F-CD05-78A5-D6CE6F9493F1}"/>
          </ac:spMkLst>
        </pc:spChg>
        <pc:spChg chg="add del mod">
          <ac:chgData name="Tien Nguyen" userId="ed77cc8591eb2ea7" providerId="LiveId" clId="{09B4118B-7B17-47A8-BB69-A51F6365E8B0}" dt="2024-10-23T11:50:33.168" v="86" actId="478"/>
          <ac:spMkLst>
            <pc:docMk/>
            <pc:sldMk cId="2946656725" sldId="267"/>
            <ac:spMk id="5" creationId="{31C94D44-B0C7-A15D-361B-39382193F34B}"/>
          </ac:spMkLst>
        </pc:spChg>
        <pc:picChg chg="add mod">
          <ac:chgData name="Tien Nguyen" userId="ed77cc8591eb2ea7" providerId="LiveId" clId="{09B4118B-7B17-47A8-BB69-A51F6365E8B0}" dt="2024-10-23T11:50:46.861" v="91" actId="732"/>
          <ac:picMkLst>
            <pc:docMk/>
            <pc:sldMk cId="2946656725" sldId="267"/>
            <ac:picMk id="1026" creationId="{78AF076B-6A95-1974-3800-3C99CCE8046D}"/>
          </ac:picMkLst>
        </pc:picChg>
      </pc:sldChg>
      <pc:sldChg chg="modSp mod">
        <pc:chgData name="Tien Nguyen" userId="ed77cc8591eb2ea7" providerId="LiveId" clId="{09B4118B-7B17-47A8-BB69-A51F6365E8B0}" dt="2024-10-23T11:52:25.545" v="97" actId="20577"/>
        <pc:sldMkLst>
          <pc:docMk/>
          <pc:sldMk cId="1719935179" sldId="269"/>
        </pc:sldMkLst>
        <pc:spChg chg="mod">
          <ac:chgData name="Tien Nguyen" userId="ed77cc8591eb2ea7" providerId="LiveId" clId="{09B4118B-7B17-47A8-BB69-A51F6365E8B0}" dt="2024-10-23T11:52:25.545" v="97" actId="20577"/>
          <ac:spMkLst>
            <pc:docMk/>
            <pc:sldMk cId="1719935179" sldId="269"/>
            <ac:spMk id="3" creationId="{73DC7C05-024F-CD05-78A5-D6CE6F9493F1}"/>
          </ac:spMkLst>
        </pc:spChg>
      </pc:sldChg>
      <pc:sldChg chg="del">
        <pc:chgData name="Tien Nguyen" userId="ed77cc8591eb2ea7" providerId="LiveId" clId="{09B4118B-7B17-47A8-BB69-A51F6365E8B0}" dt="2024-10-23T11:52:13.345" v="94" actId="2696"/>
        <pc:sldMkLst>
          <pc:docMk/>
          <pc:sldMk cId="3655691915" sldId="270"/>
        </pc:sldMkLst>
      </pc:sldChg>
      <pc:sldChg chg="modSp mod">
        <pc:chgData name="Tien Nguyen" userId="ed77cc8591eb2ea7" providerId="LiveId" clId="{09B4118B-7B17-47A8-BB69-A51F6365E8B0}" dt="2024-10-23T11:04:59.012" v="2" actId="1076"/>
        <pc:sldMkLst>
          <pc:docMk/>
          <pc:sldMk cId="2941755883" sldId="271"/>
        </pc:sldMkLst>
        <pc:picChg chg="mod">
          <ac:chgData name="Tien Nguyen" userId="ed77cc8591eb2ea7" providerId="LiveId" clId="{09B4118B-7B17-47A8-BB69-A51F6365E8B0}" dt="2024-10-23T11:04:59.012" v="2" actId="1076"/>
          <ac:picMkLst>
            <pc:docMk/>
            <pc:sldMk cId="2941755883" sldId="271"/>
            <ac:picMk id="6" creationId="{B55DD06F-063A-BC49-C1D1-929A4193CF63}"/>
          </ac:picMkLst>
        </pc:picChg>
      </pc:sldChg>
      <pc:sldChg chg="modSp mod">
        <pc:chgData name="Tien Nguyen" userId="ed77cc8591eb2ea7" providerId="LiveId" clId="{09B4118B-7B17-47A8-BB69-A51F6365E8B0}" dt="2024-10-23T11:58:12.297" v="101" actId="21"/>
        <pc:sldMkLst>
          <pc:docMk/>
          <pc:sldMk cId="2485761472" sldId="272"/>
        </pc:sldMkLst>
        <pc:spChg chg="mod">
          <ac:chgData name="Tien Nguyen" userId="ed77cc8591eb2ea7" providerId="LiveId" clId="{09B4118B-7B17-47A8-BB69-A51F6365E8B0}" dt="2024-10-23T11:58:12.297" v="101" actId="21"/>
          <ac:spMkLst>
            <pc:docMk/>
            <pc:sldMk cId="2485761472" sldId="272"/>
            <ac:spMk id="3" creationId="{62BEBAD4-3F8F-E5C0-FB8C-DE32E84F80D7}"/>
          </ac:spMkLst>
        </pc:spChg>
      </pc:sldChg>
      <pc:sldChg chg="modNotesTx">
        <pc:chgData name="Tien Nguyen" userId="ed77cc8591eb2ea7" providerId="LiveId" clId="{09B4118B-7B17-47A8-BB69-A51F6365E8B0}" dt="2024-10-23T11:59:15.472" v="102"/>
        <pc:sldMkLst>
          <pc:docMk/>
          <pc:sldMk cId="1502351476" sldId="273"/>
        </pc:sldMkLst>
      </pc:sldChg>
      <pc:sldChg chg="del">
        <pc:chgData name="Tien Nguyen" userId="ed77cc8591eb2ea7" providerId="LiveId" clId="{09B4118B-7B17-47A8-BB69-A51F6365E8B0}" dt="2024-10-23T11:09:53.727" v="3" actId="2696"/>
        <pc:sldMkLst>
          <pc:docMk/>
          <pc:sldMk cId="2530587052" sldId="276"/>
        </pc:sldMkLst>
      </pc:sldChg>
      <pc:sldChg chg="del">
        <pc:chgData name="Tien Nguyen" userId="ed77cc8591eb2ea7" providerId="LiveId" clId="{09B4118B-7B17-47A8-BB69-A51F6365E8B0}" dt="2024-10-23T11:43:29.345" v="18" actId="2696"/>
        <pc:sldMkLst>
          <pc:docMk/>
          <pc:sldMk cId="3040853596" sldId="281"/>
        </pc:sldMkLst>
      </pc:sldChg>
      <pc:sldChg chg="modSp mod">
        <pc:chgData name="Tien Nguyen" userId="ed77cc8591eb2ea7" providerId="LiveId" clId="{09B4118B-7B17-47A8-BB69-A51F6365E8B0}" dt="2024-10-23T11:36:05.690" v="9" actId="20577"/>
        <pc:sldMkLst>
          <pc:docMk/>
          <pc:sldMk cId="2100154587" sldId="282"/>
        </pc:sldMkLst>
        <pc:spChg chg="mod">
          <ac:chgData name="Tien Nguyen" userId="ed77cc8591eb2ea7" providerId="LiveId" clId="{09B4118B-7B17-47A8-BB69-A51F6365E8B0}" dt="2024-10-23T11:36:05.690" v="9" actId="20577"/>
          <ac:spMkLst>
            <pc:docMk/>
            <pc:sldMk cId="2100154587" sldId="282"/>
            <ac:spMk id="5" creationId="{1D15AEA5-966F-E21A-4C54-7A6FA0A61A8E}"/>
          </ac:spMkLst>
        </pc:spChg>
      </pc:sldChg>
      <pc:sldChg chg="addSp delSp modSp add mod">
        <pc:chgData name="Tien Nguyen" userId="ed77cc8591eb2ea7" providerId="LiveId" clId="{09B4118B-7B17-47A8-BB69-A51F6365E8B0}" dt="2024-10-23T11:44:11.316" v="30" actId="1076"/>
        <pc:sldMkLst>
          <pc:docMk/>
          <pc:sldMk cId="3865326635" sldId="284"/>
        </pc:sldMkLst>
        <pc:spChg chg="add del mod">
          <ac:chgData name="Tien Nguyen" userId="ed77cc8591eb2ea7" providerId="LiveId" clId="{09B4118B-7B17-47A8-BB69-A51F6365E8B0}" dt="2024-10-23T11:20:36.332" v="6" actId="478"/>
          <ac:spMkLst>
            <pc:docMk/>
            <pc:sldMk cId="3865326635" sldId="284"/>
            <ac:spMk id="4" creationId="{95797265-8458-B971-4D95-5E692EAED889}"/>
          </ac:spMkLst>
        </pc:spChg>
        <pc:spChg chg="del">
          <ac:chgData name="Tien Nguyen" userId="ed77cc8591eb2ea7" providerId="LiveId" clId="{09B4118B-7B17-47A8-BB69-A51F6365E8B0}" dt="2024-10-23T11:20:30.666" v="5" actId="478"/>
          <ac:spMkLst>
            <pc:docMk/>
            <pc:sldMk cId="3865326635" sldId="284"/>
            <ac:spMk id="5" creationId="{50D66DBA-C68F-37A6-A874-9C786E2902B9}"/>
          </ac:spMkLst>
        </pc:spChg>
        <pc:spChg chg="add mod">
          <ac:chgData name="Tien Nguyen" userId="ed77cc8591eb2ea7" providerId="LiveId" clId="{09B4118B-7B17-47A8-BB69-A51F6365E8B0}" dt="2024-10-23T11:44:11.316" v="30" actId="1076"/>
          <ac:spMkLst>
            <pc:docMk/>
            <pc:sldMk cId="3865326635" sldId="284"/>
            <ac:spMk id="8" creationId="{5F6198D8-E784-09E5-7776-7CC26973EC80}"/>
          </ac:spMkLst>
        </pc:spChg>
        <pc:picChg chg="add">
          <ac:chgData name="Tien Nguyen" userId="ed77cc8591eb2ea7" providerId="LiveId" clId="{09B4118B-7B17-47A8-BB69-A51F6365E8B0}" dt="2024-10-23T11:34:52.916" v="7" actId="22"/>
          <ac:picMkLst>
            <pc:docMk/>
            <pc:sldMk cId="3865326635" sldId="284"/>
            <ac:picMk id="7" creationId="{0ED4CD52-FDC1-0EAF-203E-A24AE8563A91}"/>
          </ac:picMkLst>
        </pc:picChg>
      </pc:sldChg>
      <pc:sldChg chg="addSp delSp modSp add mod">
        <pc:chgData name="Tien Nguyen" userId="ed77cc8591eb2ea7" providerId="LiveId" clId="{09B4118B-7B17-47A8-BB69-A51F6365E8B0}" dt="2024-10-23T11:39:31.525" v="17" actId="14100"/>
        <pc:sldMkLst>
          <pc:docMk/>
          <pc:sldMk cId="2566660143" sldId="285"/>
        </pc:sldMkLst>
        <pc:spChg chg="del">
          <ac:chgData name="Tien Nguyen" userId="ed77cc8591eb2ea7" providerId="LiveId" clId="{09B4118B-7B17-47A8-BB69-A51F6365E8B0}" dt="2024-10-23T11:39:25.280" v="15" actId="478"/>
          <ac:spMkLst>
            <pc:docMk/>
            <pc:sldMk cId="2566660143" sldId="285"/>
            <ac:spMk id="2" creationId="{B94E7544-89B0-F7A9-571F-E101CA559FDC}"/>
          </ac:spMkLst>
        </pc:spChg>
        <pc:spChg chg="add del mod">
          <ac:chgData name="Tien Nguyen" userId="ed77cc8591eb2ea7" providerId="LiveId" clId="{09B4118B-7B17-47A8-BB69-A51F6365E8B0}" dt="2024-10-23T11:39:14.816" v="12" actId="478"/>
          <ac:spMkLst>
            <pc:docMk/>
            <pc:sldMk cId="2566660143" sldId="285"/>
            <ac:spMk id="4" creationId="{FB96EFD6-691F-B51C-D298-5AF1050CCEF4}"/>
          </ac:spMkLst>
        </pc:spChg>
        <pc:spChg chg="del">
          <ac:chgData name="Tien Nguyen" userId="ed77cc8591eb2ea7" providerId="LiveId" clId="{09B4118B-7B17-47A8-BB69-A51F6365E8B0}" dt="2024-10-23T11:39:14.061" v="11" actId="478"/>
          <ac:spMkLst>
            <pc:docMk/>
            <pc:sldMk cId="2566660143" sldId="285"/>
            <ac:spMk id="5" creationId="{2EFE62D2-0373-1E89-C1D1-463F98AFC379}"/>
          </ac:spMkLst>
        </pc:spChg>
        <pc:spChg chg="add del mod">
          <ac:chgData name="Tien Nguyen" userId="ed77cc8591eb2ea7" providerId="LiveId" clId="{09B4118B-7B17-47A8-BB69-A51F6365E8B0}" dt="2024-10-23T11:39:27.616" v="16" actId="478"/>
          <ac:spMkLst>
            <pc:docMk/>
            <pc:sldMk cId="2566660143" sldId="285"/>
            <ac:spMk id="9" creationId="{0D5E2537-9715-995B-BC87-2820BB688A73}"/>
          </ac:spMkLst>
        </pc:spChg>
        <pc:picChg chg="add mod">
          <ac:chgData name="Tien Nguyen" userId="ed77cc8591eb2ea7" providerId="LiveId" clId="{09B4118B-7B17-47A8-BB69-A51F6365E8B0}" dt="2024-10-23T11:39:31.525" v="17" actId="14100"/>
          <ac:picMkLst>
            <pc:docMk/>
            <pc:sldMk cId="2566660143" sldId="285"/>
            <ac:picMk id="7" creationId="{CD5CDF5E-089C-B151-B3EB-20C67DCED1FE}"/>
          </ac:picMkLst>
        </pc:picChg>
      </pc:sldChg>
      <pc:sldChg chg="modSp add mod">
        <pc:chgData name="Tien Nguyen" userId="ed77cc8591eb2ea7" providerId="LiveId" clId="{09B4118B-7B17-47A8-BB69-A51F6365E8B0}" dt="2024-10-23T11:47:22.551" v="32" actId="27636"/>
        <pc:sldMkLst>
          <pc:docMk/>
          <pc:sldMk cId="0" sldId="328"/>
        </pc:sldMkLst>
        <pc:spChg chg="mod">
          <ac:chgData name="Tien Nguyen" userId="ed77cc8591eb2ea7" providerId="LiveId" clId="{09B4118B-7B17-47A8-BB69-A51F6365E8B0}" dt="2024-10-23T11:47:22.551" v="32" actId="27636"/>
          <ac:spMkLst>
            <pc:docMk/>
            <pc:sldMk cId="0" sldId="328"/>
            <ac:spMk id="16387" creationId="{62C5AB79-E217-608F-EC91-80848AF149DE}"/>
          </ac:spMkLst>
        </pc:spChg>
      </pc:sldChg>
      <pc:sldChg chg="add">
        <pc:chgData name="Tien Nguyen" userId="ed77cc8591eb2ea7" providerId="LiveId" clId="{09B4118B-7B17-47A8-BB69-A51F6365E8B0}" dt="2024-10-23T11:47:22.497" v="31"/>
        <pc:sldMkLst>
          <pc:docMk/>
          <pc:sldMk cId="0" sldId="329"/>
        </pc:sldMkLst>
      </pc:sldChg>
      <pc:sldChg chg="modSp add mod">
        <pc:chgData name="Tien Nguyen" userId="ed77cc8591eb2ea7" providerId="LiveId" clId="{09B4118B-7B17-47A8-BB69-A51F6365E8B0}" dt="2024-10-23T11:47:22.639" v="37" actId="27636"/>
        <pc:sldMkLst>
          <pc:docMk/>
          <pc:sldMk cId="0" sldId="330"/>
        </pc:sldMkLst>
        <pc:spChg chg="mod">
          <ac:chgData name="Tien Nguyen" userId="ed77cc8591eb2ea7" providerId="LiveId" clId="{09B4118B-7B17-47A8-BB69-A51F6365E8B0}" dt="2024-10-23T11:47:22.639" v="37" actId="27636"/>
          <ac:spMkLst>
            <pc:docMk/>
            <pc:sldMk cId="0" sldId="330"/>
            <ac:spMk id="33794" creationId="{3EBE837A-58F1-68B7-801D-524A51DC5CA7}"/>
          </ac:spMkLst>
        </pc:spChg>
      </pc:sldChg>
      <pc:sldChg chg="modSp add mod">
        <pc:chgData name="Tien Nguyen" userId="ed77cc8591eb2ea7" providerId="LiveId" clId="{09B4118B-7B17-47A8-BB69-A51F6365E8B0}" dt="2024-10-23T11:47:22.688" v="44" actId="27636"/>
        <pc:sldMkLst>
          <pc:docMk/>
          <pc:sldMk cId="0" sldId="331"/>
        </pc:sldMkLst>
        <pc:spChg chg="mod">
          <ac:chgData name="Tien Nguyen" userId="ed77cc8591eb2ea7" providerId="LiveId" clId="{09B4118B-7B17-47A8-BB69-A51F6365E8B0}" dt="2024-10-23T11:47:22.688" v="44" actId="27636"/>
          <ac:spMkLst>
            <pc:docMk/>
            <pc:sldMk cId="0" sldId="331"/>
            <ac:spMk id="45059" creationId="{61B2B1F1-6098-9A96-E44F-9346A00FAEB3}"/>
          </ac:spMkLst>
        </pc:spChg>
      </pc:sldChg>
      <pc:sldChg chg="add">
        <pc:chgData name="Tien Nguyen" userId="ed77cc8591eb2ea7" providerId="LiveId" clId="{09B4118B-7B17-47A8-BB69-A51F6365E8B0}" dt="2024-10-23T11:47:22.497" v="31"/>
        <pc:sldMkLst>
          <pc:docMk/>
          <pc:sldMk cId="0" sldId="332"/>
        </pc:sldMkLst>
      </pc:sldChg>
      <pc:sldChg chg="modSp add mod">
        <pc:chgData name="Tien Nguyen" userId="ed77cc8591eb2ea7" providerId="LiveId" clId="{09B4118B-7B17-47A8-BB69-A51F6365E8B0}" dt="2024-10-23T11:47:22.726" v="46" actId="27636"/>
        <pc:sldMkLst>
          <pc:docMk/>
          <pc:sldMk cId="0" sldId="333"/>
        </pc:sldMkLst>
        <pc:spChg chg="mod">
          <ac:chgData name="Tien Nguyen" userId="ed77cc8591eb2ea7" providerId="LiveId" clId="{09B4118B-7B17-47A8-BB69-A51F6365E8B0}" dt="2024-10-23T11:47:22.726" v="46" actId="27636"/>
          <ac:spMkLst>
            <pc:docMk/>
            <pc:sldMk cId="0" sldId="333"/>
            <ac:spMk id="47108" creationId="{04C69DBC-2030-7285-C389-CFC0711597C2}"/>
          </ac:spMkLst>
        </pc:spChg>
      </pc:sldChg>
      <pc:sldChg chg="modSp add mod">
        <pc:chgData name="Tien Nguyen" userId="ed77cc8591eb2ea7" providerId="LiveId" clId="{09B4118B-7B17-47A8-BB69-A51F6365E8B0}" dt="2024-10-23T11:47:22.746" v="48" actId="27636"/>
        <pc:sldMkLst>
          <pc:docMk/>
          <pc:sldMk cId="0" sldId="334"/>
        </pc:sldMkLst>
        <pc:spChg chg="mod">
          <ac:chgData name="Tien Nguyen" userId="ed77cc8591eb2ea7" providerId="LiveId" clId="{09B4118B-7B17-47A8-BB69-A51F6365E8B0}" dt="2024-10-23T11:47:22.746" v="48" actId="27636"/>
          <ac:spMkLst>
            <pc:docMk/>
            <pc:sldMk cId="0" sldId="334"/>
            <ac:spMk id="57347" creationId="{D27CC2F1-6432-EB13-5529-E715B5ECB360}"/>
          </ac:spMkLst>
        </pc:spChg>
      </pc:sldChg>
      <pc:sldChg chg="modSp add mod">
        <pc:chgData name="Tien Nguyen" userId="ed77cc8591eb2ea7" providerId="LiveId" clId="{09B4118B-7B17-47A8-BB69-A51F6365E8B0}" dt="2024-10-23T11:47:22.806" v="53" actId="27636"/>
        <pc:sldMkLst>
          <pc:docMk/>
          <pc:sldMk cId="0" sldId="335"/>
        </pc:sldMkLst>
        <pc:spChg chg="mod">
          <ac:chgData name="Tien Nguyen" userId="ed77cc8591eb2ea7" providerId="LiveId" clId="{09B4118B-7B17-47A8-BB69-A51F6365E8B0}" dt="2024-10-23T11:47:22.806" v="53" actId="27636"/>
          <ac:spMkLst>
            <pc:docMk/>
            <pc:sldMk cId="0" sldId="335"/>
            <ac:spMk id="67587" creationId="{F4971D5F-BD7D-5B5E-813C-0A5B0183E936}"/>
          </ac:spMkLst>
        </pc:spChg>
      </pc:sldChg>
      <pc:sldChg chg="modSp add mod">
        <pc:chgData name="Tien Nguyen" userId="ed77cc8591eb2ea7" providerId="LiveId" clId="{09B4118B-7B17-47A8-BB69-A51F6365E8B0}" dt="2024-10-23T11:47:22.821" v="54" actId="27636"/>
        <pc:sldMkLst>
          <pc:docMk/>
          <pc:sldMk cId="0" sldId="336"/>
        </pc:sldMkLst>
        <pc:spChg chg="mod">
          <ac:chgData name="Tien Nguyen" userId="ed77cc8591eb2ea7" providerId="LiveId" clId="{09B4118B-7B17-47A8-BB69-A51F6365E8B0}" dt="2024-10-23T11:47:22.821" v="54" actId="27636"/>
          <ac:spMkLst>
            <pc:docMk/>
            <pc:sldMk cId="0" sldId="336"/>
            <ac:spMk id="63492" creationId="{3A0382B6-BE67-090D-3D40-CF29F41CBA26}"/>
          </ac:spMkLst>
        </pc:spChg>
      </pc:sldChg>
      <pc:sldChg chg="add">
        <pc:chgData name="Tien Nguyen" userId="ed77cc8591eb2ea7" providerId="LiveId" clId="{09B4118B-7B17-47A8-BB69-A51F6365E8B0}" dt="2024-10-23T11:47:22.497" v="31"/>
        <pc:sldMkLst>
          <pc:docMk/>
          <pc:sldMk cId="0" sldId="337"/>
        </pc:sldMkLst>
      </pc:sldChg>
      <pc:sldChg chg="modSp add mod">
        <pc:chgData name="Tien Nguyen" userId="ed77cc8591eb2ea7" providerId="LiveId" clId="{09B4118B-7B17-47A8-BB69-A51F6365E8B0}" dt="2024-10-23T11:47:22.895" v="59" actId="27636"/>
        <pc:sldMkLst>
          <pc:docMk/>
          <pc:sldMk cId="0" sldId="338"/>
        </pc:sldMkLst>
        <pc:spChg chg="mod">
          <ac:chgData name="Tien Nguyen" userId="ed77cc8591eb2ea7" providerId="LiveId" clId="{09B4118B-7B17-47A8-BB69-A51F6365E8B0}" dt="2024-10-23T11:47:22.895" v="59" actId="27636"/>
          <ac:spMkLst>
            <pc:docMk/>
            <pc:sldMk cId="0" sldId="338"/>
            <ac:spMk id="75780" creationId="{F2EC8BEC-54B0-B5BD-094D-823660849CE3}"/>
          </ac:spMkLst>
        </pc:spChg>
      </pc:sldChg>
      <pc:sldChg chg="modSp add mod">
        <pc:chgData name="Tien Nguyen" userId="ed77cc8591eb2ea7" providerId="LiveId" clId="{09B4118B-7B17-47A8-BB69-A51F6365E8B0}" dt="2024-10-23T11:47:22.906" v="61" actId="27636"/>
        <pc:sldMkLst>
          <pc:docMk/>
          <pc:sldMk cId="0" sldId="339"/>
        </pc:sldMkLst>
        <pc:spChg chg="mod">
          <ac:chgData name="Tien Nguyen" userId="ed77cc8591eb2ea7" providerId="LiveId" clId="{09B4118B-7B17-47A8-BB69-A51F6365E8B0}" dt="2024-10-23T11:47:22.897" v="60" actId="27636"/>
          <ac:spMkLst>
            <pc:docMk/>
            <pc:sldMk cId="0" sldId="339"/>
            <ac:spMk id="86018" creationId="{2DC789FE-30DF-D060-5E26-8500F8CDEC4D}"/>
          </ac:spMkLst>
        </pc:spChg>
        <pc:spChg chg="mod">
          <ac:chgData name="Tien Nguyen" userId="ed77cc8591eb2ea7" providerId="LiveId" clId="{09B4118B-7B17-47A8-BB69-A51F6365E8B0}" dt="2024-10-23T11:47:22.906" v="61" actId="27636"/>
          <ac:spMkLst>
            <pc:docMk/>
            <pc:sldMk cId="0" sldId="339"/>
            <ac:spMk id="86019" creationId="{44588EA0-9615-076B-ABC2-70D645DFD24E}"/>
          </ac:spMkLst>
        </pc:spChg>
      </pc:sldChg>
      <pc:sldChg chg="modSp add mod">
        <pc:chgData name="Tien Nguyen" userId="ed77cc8591eb2ea7" providerId="LiveId" clId="{09B4118B-7B17-47A8-BB69-A51F6365E8B0}" dt="2024-10-23T11:47:22.918" v="63" actId="27636"/>
        <pc:sldMkLst>
          <pc:docMk/>
          <pc:sldMk cId="0" sldId="340"/>
        </pc:sldMkLst>
        <pc:spChg chg="mod">
          <ac:chgData name="Tien Nguyen" userId="ed77cc8591eb2ea7" providerId="LiveId" clId="{09B4118B-7B17-47A8-BB69-A51F6365E8B0}" dt="2024-10-23T11:47:22.908" v="62" actId="27636"/>
          <ac:spMkLst>
            <pc:docMk/>
            <pc:sldMk cId="0" sldId="340"/>
            <ac:spMk id="88066" creationId="{12455C28-39D5-27FF-3BA9-330C09DF6500}"/>
          </ac:spMkLst>
        </pc:spChg>
        <pc:spChg chg="mod">
          <ac:chgData name="Tien Nguyen" userId="ed77cc8591eb2ea7" providerId="LiveId" clId="{09B4118B-7B17-47A8-BB69-A51F6365E8B0}" dt="2024-10-23T11:47:22.918" v="63" actId="27636"/>
          <ac:spMkLst>
            <pc:docMk/>
            <pc:sldMk cId="0" sldId="340"/>
            <ac:spMk id="88067" creationId="{3B82B175-1FB8-217C-99E9-B991865A5D78}"/>
          </ac:spMkLst>
        </pc:spChg>
      </pc:sldChg>
      <pc:sldChg chg="add">
        <pc:chgData name="Tien Nguyen" userId="ed77cc8591eb2ea7" providerId="LiveId" clId="{09B4118B-7B17-47A8-BB69-A51F6365E8B0}" dt="2024-10-23T11:47:22.497" v="31"/>
        <pc:sldMkLst>
          <pc:docMk/>
          <pc:sldMk cId="0" sldId="342"/>
        </pc:sldMkLst>
      </pc:sldChg>
      <pc:sldChg chg="modSp add mod">
        <pc:chgData name="Tien Nguyen" userId="ed77cc8591eb2ea7" providerId="LiveId" clId="{09B4118B-7B17-47A8-BB69-A51F6365E8B0}" dt="2024-10-23T11:47:22.566" v="33" actId="27636"/>
        <pc:sldMkLst>
          <pc:docMk/>
          <pc:sldMk cId="0" sldId="343"/>
        </pc:sldMkLst>
        <pc:spChg chg="mod">
          <ac:chgData name="Tien Nguyen" userId="ed77cc8591eb2ea7" providerId="LiveId" clId="{09B4118B-7B17-47A8-BB69-A51F6365E8B0}" dt="2024-10-23T11:47:22.566" v="33" actId="27636"/>
          <ac:spMkLst>
            <pc:docMk/>
            <pc:sldMk cId="0" sldId="343"/>
            <ac:spMk id="18435" creationId="{CC1021EB-6AAB-9877-4111-0A62C9BF895C}"/>
          </ac:spMkLst>
        </pc:spChg>
      </pc:sldChg>
      <pc:sldChg chg="add">
        <pc:chgData name="Tien Nguyen" userId="ed77cc8591eb2ea7" providerId="LiveId" clId="{09B4118B-7B17-47A8-BB69-A51F6365E8B0}" dt="2024-10-23T11:47:22.497" v="31"/>
        <pc:sldMkLst>
          <pc:docMk/>
          <pc:sldMk cId="0" sldId="344"/>
        </pc:sldMkLst>
      </pc:sldChg>
      <pc:sldChg chg="delSp add">
        <pc:chgData name="Tien Nguyen" userId="ed77cc8591eb2ea7" providerId="LiveId" clId="{09B4118B-7B17-47A8-BB69-A51F6365E8B0}" dt="2024-10-23T11:47:37.020" v="70" actId="478"/>
        <pc:sldMkLst>
          <pc:docMk/>
          <pc:sldMk cId="0" sldId="345"/>
        </pc:sldMkLst>
        <pc:spChg chg="del">
          <ac:chgData name="Tien Nguyen" userId="ed77cc8591eb2ea7" providerId="LiveId" clId="{09B4118B-7B17-47A8-BB69-A51F6365E8B0}" dt="2024-10-23T11:47:37.020" v="70" actId="478"/>
          <ac:spMkLst>
            <pc:docMk/>
            <pc:sldMk cId="0" sldId="345"/>
            <ac:spMk id="33" creationId="{85628161-A8CA-D85C-9C7F-A34D7AA29103}"/>
          </ac:spMkLst>
        </pc:spChg>
      </pc:sldChg>
      <pc:sldChg chg="modSp add mod">
        <pc:chgData name="Tien Nguyen" userId="ed77cc8591eb2ea7" providerId="LiveId" clId="{09B4118B-7B17-47A8-BB69-A51F6365E8B0}" dt="2024-10-23T11:47:22.591" v="34" actId="27636"/>
        <pc:sldMkLst>
          <pc:docMk/>
          <pc:sldMk cId="0" sldId="346"/>
        </pc:sldMkLst>
        <pc:spChg chg="mod">
          <ac:chgData name="Tien Nguyen" userId="ed77cc8591eb2ea7" providerId="LiveId" clId="{09B4118B-7B17-47A8-BB69-A51F6365E8B0}" dt="2024-10-23T11:47:22.591" v="34" actId="27636"/>
          <ac:spMkLst>
            <pc:docMk/>
            <pc:sldMk cId="0" sldId="346"/>
            <ac:spMk id="23554" creationId="{39C561DB-2D79-F282-8F56-9E0AA41EC6CB}"/>
          </ac:spMkLst>
        </pc:spChg>
      </pc:sldChg>
      <pc:sldChg chg="modSp add mod">
        <pc:chgData name="Tien Nguyen" userId="ed77cc8591eb2ea7" providerId="LiveId" clId="{09B4118B-7B17-47A8-BB69-A51F6365E8B0}" dt="2024-10-23T11:47:22.623" v="36" actId="27636"/>
        <pc:sldMkLst>
          <pc:docMk/>
          <pc:sldMk cId="0" sldId="347"/>
        </pc:sldMkLst>
        <pc:spChg chg="mod">
          <ac:chgData name="Tien Nguyen" userId="ed77cc8591eb2ea7" providerId="LiveId" clId="{09B4118B-7B17-47A8-BB69-A51F6365E8B0}" dt="2024-10-23T11:47:22.622" v="35" actId="27636"/>
          <ac:spMkLst>
            <pc:docMk/>
            <pc:sldMk cId="0" sldId="347"/>
            <ac:spMk id="19460" creationId="{23910871-3E8A-4BE7-A7B2-5CD9020D7F07}"/>
          </ac:spMkLst>
        </pc:spChg>
        <pc:spChg chg="mod">
          <ac:chgData name="Tien Nguyen" userId="ed77cc8591eb2ea7" providerId="LiveId" clId="{09B4118B-7B17-47A8-BB69-A51F6365E8B0}" dt="2024-10-23T11:47:22.623" v="36" actId="27636"/>
          <ac:spMkLst>
            <pc:docMk/>
            <pc:sldMk cId="0" sldId="347"/>
            <ac:spMk id="25602" creationId="{F40B37C0-5A46-AC34-2D9F-80EDD145A098}"/>
          </ac:spMkLst>
        </pc:spChg>
      </pc:sldChg>
      <pc:sldChg chg="add">
        <pc:chgData name="Tien Nguyen" userId="ed77cc8591eb2ea7" providerId="LiveId" clId="{09B4118B-7B17-47A8-BB69-A51F6365E8B0}" dt="2024-10-23T11:47:22.497" v="31"/>
        <pc:sldMkLst>
          <pc:docMk/>
          <pc:sldMk cId="0" sldId="348"/>
        </pc:sldMkLst>
      </pc:sldChg>
      <pc:sldChg chg="add">
        <pc:chgData name="Tien Nguyen" userId="ed77cc8591eb2ea7" providerId="LiveId" clId="{09B4118B-7B17-47A8-BB69-A51F6365E8B0}" dt="2024-10-23T11:47:22.497" v="31"/>
        <pc:sldMkLst>
          <pc:docMk/>
          <pc:sldMk cId="0" sldId="349"/>
        </pc:sldMkLst>
      </pc:sldChg>
      <pc:sldChg chg="modSp add mod">
        <pc:chgData name="Tien Nguyen" userId="ed77cc8591eb2ea7" providerId="LiveId" clId="{09B4118B-7B17-47A8-BB69-A51F6365E8B0}" dt="2024-10-23T11:47:22.648" v="38" actId="27636"/>
        <pc:sldMkLst>
          <pc:docMk/>
          <pc:sldMk cId="0" sldId="350"/>
        </pc:sldMkLst>
        <pc:spChg chg="mod">
          <ac:chgData name="Tien Nguyen" userId="ed77cc8591eb2ea7" providerId="LiveId" clId="{09B4118B-7B17-47A8-BB69-A51F6365E8B0}" dt="2024-10-23T11:47:22.648" v="38" actId="27636"/>
          <ac:spMkLst>
            <pc:docMk/>
            <pc:sldMk cId="0" sldId="350"/>
            <ac:spMk id="35842" creationId="{774181C5-EA7E-640C-DFD0-F82A29C32238}"/>
          </ac:spMkLst>
        </pc:spChg>
      </pc:sldChg>
      <pc:sldChg chg="modSp add mod">
        <pc:chgData name="Tien Nguyen" userId="ed77cc8591eb2ea7" providerId="LiveId" clId="{09B4118B-7B17-47A8-BB69-A51F6365E8B0}" dt="2024-10-23T11:47:22.650" v="39" actId="27636"/>
        <pc:sldMkLst>
          <pc:docMk/>
          <pc:sldMk cId="0" sldId="351"/>
        </pc:sldMkLst>
        <pc:spChg chg="mod">
          <ac:chgData name="Tien Nguyen" userId="ed77cc8591eb2ea7" providerId="LiveId" clId="{09B4118B-7B17-47A8-BB69-A51F6365E8B0}" dt="2024-10-23T11:47:22.650" v="39" actId="27636"/>
          <ac:spMkLst>
            <pc:docMk/>
            <pc:sldMk cId="0" sldId="351"/>
            <ac:spMk id="36866" creationId="{A49D505B-42AC-4EF8-1C1B-747B785E8D5A}"/>
          </ac:spMkLst>
        </pc:spChg>
      </pc:sldChg>
      <pc:sldChg chg="modSp add mod">
        <pc:chgData name="Tien Nguyen" userId="ed77cc8591eb2ea7" providerId="LiveId" clId="{09B4118B-7B17-47A8-BB69-A51F6365E8B0}" dt="2024-10-23T11:47:22.672" v="41" actId="27636"/>
        <pc:sldMkLst>
          <pc:docMk/>
          <pc:sldMk cId="0" sldId="352"/>
        </pc:sldMkLst>
        <pc:spChg chg="mod">
          <ac:chgData name="Tien Nguyen" userId="ed77cc8591eb2ea7" providerId="LiveId" clId="{09B4118B-7B17-47A8-BB69-A51F6365E8B0}" dt="2024-10-23T11:47:22.661" v="40" actId="27636"/>
          <ac:spMkLst>
            <pc:docMk/>
            <pc:sldMk cId="0" sldId="352"/>
            <ac:spMk id="38914" creationId="{3828B03E-F690-4706-B86D-8C39D7C7DAA6}"/>
          </ac:spMkLst>
        </pc:spChg>
        <pc:spChg chg="mod">
          <ac:chgData name="Tien Nguyen" userId="ed77cc8591eb2ea7" providerId="LiveId" clId="{09B4118B-7B17-47A8-BB69-A51F6365E8B0}" dt="2024-10-23T11:47:22.672" v="41" actId="27636"/>
          <ac:spMkLst>
            <pc:docMk/>
            <pc:sldMk cId="0" sldId="352"/>
            <ac:spMk id="38915" creationId="{A5757962-EC12-5CF1-1FBA-7FFCDF74EDFB}"/>
          </ac:spMkLst>
        </pc:spChg>
      </pc:sldChg>
      <pc:sldChg chg="modSp add mod">
        <pc:chgData name="Tien Nguyen" userId="ed77cc8591eb2ea7" providerId="LiveId" clId="{09B4118B-7B17-47A8-BB69-A51F6365E8B0}" dt="2024-10-23T11:47:22.677" v="42" actId="27636"/>
        <pc:sldMkLst>
          <pc:docMk/>
          <pc:sldMk cId="0" sldId="353"/>
        </pc:sldMkLst>
        <pc:spChg chg="mod">
          <ac:chgData name="Tien Nguyen" userId="ed77cc8591eb2ea7" providerId="LiveId" clId="{09B4118B-7B17-47A8-BB69-A51F6365E8B0}" dt="2024-10-23T11:47:22.677" v="42" actId="27636"/>
          <ac:spMkLst>
            <pc:docMk/>
            <pc:sldMk cId="0" sldId="353"/>
            <ac:spMk id="40962" creationId="{0E66D6CA-C614-D709-948F-2382B0CC25FC}"/>
          </ac:spMkLst>
        </pc:spChg>
      </pc:sldChg>
      <pc:sldChg chg="modSp add mod">
        <pc:chgData name="Tien Nguyen" userId="ed77cc8591eb2ea7" providerId="LiveId" clId="{09B4118B-7B17-47A8-BB69-A51F6365E8B0}" dt="2024-10-23T11:47:22.679" v="43" actId="27636"/>
        <pc:sldMkLst>
          <pc:docMk/>
          <pc:sldMk cId="0" sldId="354"/>
        </pc:sldMkLst>
        <pc:spChg chg="mod">
          <ac:chgData name="Tien Nguyen" userId="ed77cc8591eb2ea7" providerId="LiveId" clId="{09B4118B-7B17-47A8-BB69-A51F6365E8B0}" dt="2024-10-23T11:47:22.679" v="43" actId="27636"/>
          <ac:spMkLst>
            <pc:docMk/>
            <pc:sldMk cId="0" sldId="354"/>
            <ac:spMk id="43010" creationId="{0E990877-7120-A3C2-F4F8-EA72E0D211F8}"/>
          </ac:spMkLst>
        </pc:spChg>
      </pc:sldChg>
      <pc:sldChg chg="modSp add mod">
        <pc:chgData name="Tien Nguyen" userId="ed77cc8591eb2ea7" providerId="LiveId" clId="{09B4118B-7B17-47A8-BB69-A51F6365E8B0}" dt="2024-10-23T11:47:22.701" v="45" actId="27636"/>
        <pc:sldMkLst>
          <pc:docMk/>
          <pc:sldMk cId="0" sldId="355"/>
        </pc:sldMkLst>
        <pc:spChg chg="mod">
          <ac:chgData name="Tien Nguyen" userId="ed77cc8591eb2ea7" providerId="LiveId" clId="{09B4118B-7B17-47A8-BB69-A51F6365E8B0}" dt="2024-10-23T11:47:22.701" v="45" actId="27636"/>
          <ac:spMkLst>
            <pc:docMk/>
            <pc:sldMk cId="0" sldId="355"/>
            <ac:spMk id="47107" creationId="{26206897-2DD0-EE1D-070E-A62C0E3ED7CC}"/>
          </ac:spMkLst>
        </pc:spChg>
      </pc:sldChg>
      <pc:sldChg chg="add">
        <pc:chgData name="Tien Nguyen" userId="ed77cc8591eb2ea7" providerId="LiveId" clId="{09B4118B-7B17-47A8-BB69-A51F6365E8B0}" dt="2024-10-23T11:47:22.497" v="31"/>
        <pc:sldMkLst>
          <pc:docMk/>
          <pc:sldMk cId="0" sldId="357"/>
        </pc:sldMkLst>
      </pc:sldChg>
      <pc:sldChg chg="add">
        <pc:chgData name="Tien Nguyen" userId="ed77cc8591eb2ea7" providerId="LiveId" clId="{09B4118B-7B17-47A8-BB69-A51F6365E8B0}" dt="2024-10-23T11:47:22.497" v="31"/>
        <pc:sldMkLst>
          <pc:docMk/>
          <pc:sldMk cId="0" sldId="358"/>
        </pc:sldMkLst>
      </pc:sldChg>
      <pc:sldChg chg="modSp add mod">
        <pc:chgData name="Tien Nguyen" userId="ed77cc8591eb2ea7" providerId="LiveId" clId="{09B4118B-7B17-47A8-BB69-A51F6365E8B0}" dt="2024-10-23T11:47:22.732" v="47" actId="27636"/>
        <pc:sldMkLst>
          <pc:docMk/>
          <pc:sldMk cId="0" sldId="359"/>
        </pc:sldMkLst>
        <pc:spChg chg="mod">
          <ac:chgData name="Tien Nguyen" userId="ed77cc8591eb2ea7" providerId="LiveId" clId="{09B4118B-7B17-47A8-BB69-A51F6365E8B0}" dt="2024-10-23T11:47:22.732" v="47" actId="27636"/>
          <ac:spMkLst>
            <pc:docMk/>
            <pc:sldMk cId="0" sldId="359"/>
            <ac:spMk id="55299" creationId="{8FD9C7EB-8A8A-C296-177B-53B2808C1777}"/>
          </ac:spMkLst>
        </pc:spChg>
      </pc:sldChg>
      <pc:sldChg chg="modSp add mod">
        <pc:chgData name="Tien Nguyen" userId="ed77cc8591eb2ea7" providerId="LiveId" clId="{09B4118B-7B17-47A8-BB69-A51F6365E8B0}" dt="2024-10-23T11:47:22.760" v="49" actId="27636"/>
        <pc:sldMkLst>
          <pc:docMk/>
          <pc:sldMk cId="0" sldId="360"/>
        </pc:sldMkLst>
        <pc:spChg chg="mod">
          <ac:chgData name="Tien Nguyen" userId="ed77cc8591eb2ea7" providerId="LiveId" clId="{09B4118B-7B17-47A8-BB69-A51F6365E8B0}" dt="2024-10-23T11:47:22.760" v="49" actId="27636"/>
          <ac:spMkLst>
            <pc:docMk/>
            <pc:sldMk cId="0" sldId="360"/>
            <ac:spMk id="59395" creationId="{BCCB056F-D0E7-6C9E-9786-D890E2D30FC9}"/>
          </ac:spMkLst>
        </pc:spChg>
      </pc:sldChg>
      <pc:sldChg chg="modSp add mod">
        <pc:chgData name="Tien Nguyen" userId="ed77cc8591eb2ea7" providerId="LiveId" clId="{09B4118B-7B17-47A8-BB69-A51F6365E8B0}" dt="2024-10-23T11:47:22.776" v="50" actId="27636"/>
        <pc:sldMkLst>
          <pc:docMk/>
          <pc:sldMk cId="0" sldId="361"/>
        </pc:sldMkLst>
        <pc:spChg chg="mod">
          <ac:chgData name="Tien Nguyen" userId="ed77cc8591eb2ea7" providerId="LiveId" clId="{09B4118B-7B17-47A8-BB69-A51F6365E8B0}" dt="2024-10-23T11:47:22.776" v="50" actId="27636"/>
          <ac:spMkLst>
            <pc:docMk/>
            <pc:sldMk cId="0" sldId="361"/>
            <ac:spMk id="61443" creationId="{2337EE22-F401-923C-4033-5E4C5B97B7CA}"/>
          </ac:spMkLst>
        </pc:spChg>
      </pc:sldChg>
      <pc:sldChg chg="modSp add mod">
        <pc:chgData name="Tien Nguyen" userId="ed77cc8591eb2ea7" providerId="LiveId" clId="{09B4118B-7B17-47A8-BB69-A51F6365E8B0}" dt="2024-10-23T11:47:22.795" v="52" actId="27636"/>
        <pc:sldMkLst>
          <pc:docMk/>
          <pc:sldMk cId="0" sldId="362"/>
        </pc:sldMkLst>
        <pc:spChg chg="mod">
          <ac:chgData name="Tien Nguyen" userId="ed77cc8591eb2ea7" providerId="LiveId" clId="{09B4118B-7B17-47A8-BB69-A51F6365E8B0}" dt="2024-10-23T11:47:22.794" v="51" actId="27636"/>
          <ac:spMkLst>
            <pc:docMk/>
            <pc:sldMk cId="0" sldId="362"/>
            <ac:spMk id="57348" creationId="{12649E44-00EA-C530-5515-14F426B7D15B}"/>
          </ac:spMkLst>
        </pc:spChg>
        <pc:spChg chg="mod">
          <ac:chgData name="Tien Nguyen" userId="ed77cc8591eb2ea7" providerId="LiveId" clId="{09B4118B-7B17-47A8-BB69-A51F6365E8B0}" dt="2024-10-23T11:47:22.795" v="52" actId="27636"/>
          <ac:spMkLst>
            <pc:docMk/>
            <pc:sldMk cId="0" sldId="362"/>
            <ac:spMk id="63490" creationId="{1D0EE917-F137-E4A5-E303-2BBCB2DB6D3C}"/>
          </ac:spMkLst>
        </pc:spChg>
      </pc:sldChg>
      <pc:sldChg chg="add">
        <pc:chgData name="Tien Nguyen" userId="ed77cc8591eb2ea7" providerId="LiveId" clId="{09B4118B-7B17-47A8-BB69-A51F6365E8B0}" dt="2024-10-23T11:47:22.497" v="31"/>
        <pc:sldMkLst>
          <pc:docMk/>
          <pc:sldMk cId="0" sldId="363"/>
        </pc:sldMkLst>
      </pc:sldChg>
      <pc:sldChg chg="modSp add mod">
        <pc:chgData name="Tien Nguyen" userId="ed77cc8591eb2ea7" providerId="LiveId" clId="{09B4118B-7B17-47A8-BB69-A51F6365E8B0}" dt="2024-10-23T11:47:22.829" v="55" actId="27636"/>
        <pc:sldMkLst>
          <pc:docMk/>
          <pc:sldMk cId="0" sldId="364"/>
        </pc:sldMkLst>
        <pc:spChg chg="mod">
          <ac:chgData name="Tien Nguyen" userId="ed77cc8591eb2ea7" providerId="LiveId" clId="{09B4118B-7B17-47A8-BB69-A51F6365E8B0}" dt="2024-10-23T11:47:22.829" v="55" actId="27636"/>
          <ac:spMkLst>
            <pc:docMk/>
            <pc:sldMk cId="0" sldId="364"/>
            <ac:spMk id="71683" creationId="{378705E5-11F8-B70F-D35A-5C26222C1DD5}"/>
          </ac:spMkLst>
        </pc:spChg>
      </pc:sldChg>
      <pc:sldChg chg="modSp add mod">
        <pc:chgData name="Tien Nguyen" userId="ed77cc8591eb2ea7" providerId="LiveId" clId="{09B4118B-7B17-47A8-BB69-A51F6365E8B0}" dt="2024-10-23T11:47:22.842" v="56" actId="27636"/>
        <pc:sldMkLst>
          <pc:docMk/>
          <pc:sldMk cId="0" sldId="365"/>
        </pc:sldMkLst>
        <pc:spChg chg="mod">
          <ac:chgData name="Tien Nguyen" userId="ed77cc8591eb2ea7" providerId="LiveId" clId="{09B4118B-7B17-47A8-BB69-A51F6365E8B0}" dt="2024-10-23T11:47:22.842" v="56" actId="27636"/>
          <ac:spMkLst>
            <pc:docMk/>
            <pc:sldMk cId="0" sldId="365"/>
            <ac:spMk id="69636" creationId="{EC797443-1D31-D56B-ED59-C52D92656FAD}"/>
          </ac:spMkLst>
        </pc:spChg>
      </pc:sldChg>
      <pc:sldChg chg="modSp add mod">
        <pc:chgData name="Tien Nguyen" userId="ed77cc8591eb2ea7" providerId="LiveId" clId="{09B4118B-7B17-47A8-BB69-A51F6365E8B0}" dt="2024-10-23T11:47:22.871" v="58" actId="27636"/>
        <pc:sldMkLst>
          <pc:docMk/>
          <pc:sldMk cId="0" sldId="366"/>
        </pc:sldMkLst>
        <pc:spChg chg="mod">
          <ac:chgData name="Tien Nguyen" userId="ed77cc8591eb2ea7" providerId="LiveId" clId="{09B4118B-7B17-47A8-BB69-A51F6365E8B0}" dt="2024-10-23T11:47:22.871" v="58" actId="27636"/>
          <ac:spMkLst>
            <pc:docMk/>
            <pc:sldMk cId="0" sldId="366"/>
            <ac:spMk id="73732" creationId="{ECAFD065-A4E2-29C4-92C3-BB98BD849FE8}"/>
          </ac:spMkLst>
        </pc:spChg>
      </pc:sldChg>
      <pc:sldChg chg="modSp add mod">
        <pc:chgData name="Tien Nguyen" userId="ed77cc8591eb2ea7" providerId="LiveId" clId="{09B4118B-7B17-47A8-BB69-A51F6365E8B0}" dt="2024-10-23T11:47:22.848" v="57" actId="27636"/>
        <pc:sldMkLst>
          <pc:docMk/>
          <pc:sldMk cId="0" sldId="367"/>
        </pc:sldMkLst>
        <pc:spChg chg="mod">
          <ac:chgData name="Tien Nguyen" userId="ed77cc8591eb2ea7" providerId="LiveId" clId="{09B4118B-7B17-47A8-BB69-A51F6365E8B0}" dt="2024-10-23T11:47:22.848" v="57" actId="27636"/>
          <ac:spMkLst>
            <pc:docMk/>
            <pc:sldMk cId="0" sldId="367"/>
            <ac:spMk id="71684" creationId="{945ED3D1-C932-0231-53F7-2C5B9EA0E3AD}"/>
          </ac:spMkLst>
        </pc:spChg>
      </pc:sldChg>
      <pc:sldChg chg="add">
        <pc:chgData name="Tien Nguyen" userId="ed77cc8591eb2ea7" providerId="LiveId" clId="{09B4118B-7B17-47A8-BB69-A51F6365E8B0}" dt="2024-10-23T11:47:22.497" v="31"/>
        <pc:sldMkLst>
          <pc:docMk/>
          <pc:sldMk cId="0" sldId="368"/>
        </pc:sldMkLst>
      </pc:sldChg>
      <pc:sldChg chg="modSp add mod">
        <pc:chgData name="Tien Nguyen" userId="ed77cc8591eb2ea7" providerId="LiveId" clId="{09B4118B-7B17-47A8-BB69-A51F6365E8B0}" dt="2024-10-23T11:47:22.930" v="65" actId="27636"/>
        <pc:sldMkLst>
          <pc:docMk/>
          <pc:sldMk cId="0" sldId="369"/>
        </pc:sldMkLst>
        <pc:spChg chg="mod">
          <ac:chgData name="Tien Nguyen" userId="ed77cc8591eb2ea7" providerId="LiveId" clId="{09B4118B-7B17-47A8-BB69-A51F6365E8B0}" dt="2024-10-23T11:47:22.929" v="64" actId="27636"/>
          <ac:spMkLst>
            <pc:docMk/>
            <pc:sldMk cId="0" sldId="369"/>
            <ac:spMk id="83972" creationId="{8FA731C0-C2D8-71F9-3E28-F47F28807370}"/>
          </ac:spMkLst>
        </pc:spChg>
        <pc:spChg chg="mod">
          <ac:chgData name="Tien Nguyen" userId="ed77cc8591eb2ea7" providerId="LiveId" clId="{09B4118B-7B17-47A8-BB69-A51F6365E8B0}" dt="2024-10-23T11:47:22.930" v="65" actId="27636"/>
          <ac:spMkLst>
            <pc:docMk/>
            <pc:sldMk cId="0" sldId="369"/>
            <ac:spMk id="90114" creationId="{1741852F-DA73-32AB-2421-B22E0334EF0C}"/>
          </ac:spMkLst>
        </pc:spChg>
      </pc:sldChg>
      <pc:sldChg chg="modSp add mod">
        <pc:chgData name="Tien Nguyen" userId="ed77cc8591eb2ea7" providerId="LiveId" clId="{09B4118B-7B17-47A8-BB69-A51F6365E8B0}" dt="2024-10-23T11:47:22.941" v="66" actId="27636"/>
        <pc:sldMkLst>
          <pc:docMk/>
          <pc:sldMk cId="0" sldId="370"/>
        </pc:sldMkLst>
        <pc:spChg chg="mod">
          <ac:chgData name="Tien Nguyen" userId="ed77cc8591eb2ea7" providerId="LiveId" clId="{09B4118B-7B17-47A8-BB69-A51F6365E8B0}" dt="2024-10-23T11:47:22.941" v="66" actId="27636"/>
          <ac:spMkLst>
            <pc:docMk/>
            <pc:sldMk cId="0" sldId="370"/>
            <ac:spMk id="86019" creationId="{9C771F94-FBF4-697D-506D-960A41456010}"/>
          </ac:spMkLst>
        </pc:spChg>
      </pc:sldChg>
      <pc:sldChg chg="modSp add mod">
        <pc:chgData name="Tien Nguyen" userId="ed77cc8591eb2ea7" providerId="LiveId" clId="{09B4118B-7B17-47A8-BB69-A51F6365E8B0}" dt="2024-10-23T11:47:22.952" v="67" actId="27636"/>
        <pc:sldMkLst>
          <pc:docMk/>
          <pc:sldMk cId="0" sldId="371"/>
        </pc:sldMkLst>
        <pc:spChg chg="mod">
          <ac:chgData name="Tien Nguyen" userId="ed77cc8591eb2ea7" providerId="LiveId" clId="{09B4118B-7B17-47A8-BB69-A51F6365E8B0}" dt="2024-10-23T11:47:22.952" v="67" actId="27636"/>
          <ac:spMkLst>
            <pc:docMk/>
            <pc:sldMk cId="0" sldId="371"/>
            <ac:spMk id="93187" creationId="{161BAA55-4940-8BEB-358C-12C8A27C9965}"/>
          </ac:spMkLst>
        </pc:spChg>
      </pc:sldChg>
      <pc:sldChg chg="modSp add mod">
        <pc:chgData name="Tien Nguyen" userId="ed77cc8591eb2ea7" providerId="LiveId" clId="{09B4118B-7B17-47A8-BB69-A51F6365E8B0}" dt="2024-10-23T11:47:22.967" v="69" actId="27636"/>
        <pc:sldMkLst>
          <pc:docMk/>
          <pc:sldMk cId="0" sldId="372"/>
        </pc:sldMkLst>
        <pc:spChg chg="mod">
          <ac:chgData name="Tien Nguyen" userId="ed77cc8591eb2ea7" providerId="LiveId" clId="{09B4118B-7B17-47A8-BB69-A51F6365E8B0}" dt="2024-10-23T11:47:22.966" v="68" actId="27636"/>
          <ac:spMkLst>
            <pc:docMk/>
            <pc:sldMk cId="0" sldId="372"/>
            <ac:spMk id="88067" creationId="{04D79D09-FA22-F88B-D79D-8FB34D585208}"/>
          </ac:spMkLst>
        </pc:spChg>
        <pc:spChg chg="mod">
          <ac:chgData name="Tien Nguyen" userId="ed77cc8591eb2ea7" providerId="LiveId" clId="{09B4118B-7B17-47A8-BB69-A51F6365E8B0}" dt="2024-10-23T11:47:22.967" v="69" actId="27636"/>
          <ac:spMkLst>
            <pc:docMk/>
            <pc:sldMk cId="0" sldId="372"/>
            <ac:spMk id="94210" creationId="{9FC083A5-32CD-A428-3040-7A2B1426B24D}"/>
          </ac:spMkLst>
        </pc:spChg>
      </pc:sldChg>
      <pc:sldChg chg="modSp add mod">
        <pc:chgData name="Tien Nguyen" userId="ed77cc8591eb2ea7" providerId="LiveId" clId="{09B4118B-7B17-47A8-BB69-A51F6365E8B0}" dt="2024-10-23T11:51:57.259" v="93" actId="113"/>
        <pc:sldMkLst>
          <pc:docMk/>
          <pc:sldMk cId="1501060622" sldId="373"/>
        </pc:sldMkLst>
        <pc:spChg chg="mod">
          <ac:chgData name="Tien Nguyen" userId="ed77cc8591eb2ea7" providerId="LiveId" clId="{09B4118B-7B17-47A8-BB69-A51F6365E8B0}" dt="2024-10-23T11:51:57.259" v="93" actId="113"/>
          <ac:spMkLst>
            <pc:docMk/>
            <pc:sldMk cId="1501060622" sldId="373"/>
            <ac:spMk id="3" creationId="{4A47D063-91B3-7F9C-5267-09FB01916318}"/>
          </ac:spMkLst>
        </pc:spChg>
      </pc:sldChg>
    </pc:docChg>
  </pc:docChgLst>
  <pc:docChgLst>
    <pc:chgData name="Tien Nguyen" userId="ed77cc8591eb2ea7" providerId="LiveId" clId="{DD7B2013-B474-489B-86C8-F3D1363D81CE}"/>
    <pc:docChg chg="undo custSel addSld delSld modSld sldOrd modMainMaster">
      <pc:chgData name="Tien Nguyen" userId="ed77cc8591eb2ea7" providerId="LiveId" clId="{DD7B2013-B474-489B-86C8-F3D1363D81CE}" dt="2024-11-13T01:29:20.684" v="394" actId="1076"/>
      <pc:docMkLst>
        <pc:docMk/>
      </pc:docMkLst>
      <pc:sldChg chg="modSp new mod">
        <pc:chgData name="Tien Nguyen" userId="ed77cc8591eb2ea7" providerId="LiveId" clId="{DD7B2013-B474-489B-86C8-F3D1363D81CE}" dt="2024-10-23T02:08:57.461" v="73" actId="20577"/>
        <pc:sldMkLst>
          <pc:docMk/>
          <pc:sldMk cId="1657777994" sldId="256"/>
        </pc:sldMkLst>
        <pc:spChg chg="mod">
          <ac:chgData name="Tien Nguyen" userId="ed77cc8591eb2ea7" providerId="LiveId" clId="{DD7B2013-B474-489B-86C8-F3D1363D81CE}" dt="2024-10-23T02:08:53.076" v="62" actId="20577"/>
          <ac:spMkLst>
            <pc:docMk/>
            <pc:sldMk cId="1657777994" sldId="256"/>
            <ac:spMk id="2" creationId="{9AB9558C-A85F-147B-2189-D39750C0CB75}"/>
          </ac:spMkLst>
        </pc:spChg>
        <pc:spChg chg="mod">
          <ac:chgData name="Tien Nguyen" userId="ed77cc8591eb2ea7" providerId="LiveId" clId="{DD7B2013-B474-489B-86C8-F3D1363D81CE}" dt="2024-10-23T02:08:57.461" v="73" actId="20577"/>
          <ac:spMkLst>
            <pc:docMk/>
            <pc:sldMk cId="1657777994" sldId="256"/>
            <ac:spMk id="3" creationId="{3F0A1E24-B9E4-51A8-555A-DF7E8C8C3B0F}"/>
          </ac:spMkLst>
        </pc:spChg>
      </pc:sldChg>
      <pc:sldChg chg="modSp new mod">
        <pc:chgData name="Tien Nguyen" userId="ed77cc8591eb2ea7" providerId="LiveId" clId="{DD7B2013-B474-489B-86C8-F3D1363D81CE}" dt="2024-10-23T02:10:11.748" v="119" actId="20577"/>
        <pc:sldMkLst>
          <pc:docMk/>
          <pc:sldMk cId="2960573009" sldId="257"/>
        </pc:sldMkLst>
        <pc:spChg chg="mod">
          <ac:chgData name="Tien Nguyen" userId="ed77cc8591eb2ea7" providerId="LiveId" clId="{DD7B2013-B474-489B-86C8-F3D1363D81CE}" dt="2024-10-23T02:09:05.491" v="86" actId="20577"/>
          <ac:spMkLst>
            <pc:docMk/>
            <pc:sldMk cId="2960573009" sldId="257"/>
            <ac:spMk id="2" creationId="{856D431F-E2F7-2233-C240-1415D571444B}"/>
          </ac:spMkLst>
        </pc:spChg>
        <pc:spChg chg="mod">
          <ac:chgData name="Tien Nguyen" userId="ed77cc8591eb2ea7" providerId="LiveId" clId="{DD7B2013-B474-489B-86C8-F3D1363D81CE}" dt="2024-10-23T02:10:11.748" v="119" actId="20577"/>
          <ac:spMkLst>
            <pc:docMk/>
            <pc:sldMk cId="2960573009" sldId="257"/>
            <ac:spMk id="3" creationId="{6F708A49-A6BA-95DB-8669-94236D8664EE}"/>
          </ac:spMkLst>
        </pc:spChg>
      </pc:sldChg>
      <pc:sldChg chg="modSp new del mod">
        <pc:chgData name="Tien Nguyen" userId="ed77cc8591eb2ea7" providerId="LiveId" clId="{DD7B2013-B474-489B-86C8-F3D1363D81CE}" dt="2024-10-23T02:44:21.850" v="149" actId="2696"/>
        <pc:sldMkLst>
          <pc:docMk/>
          <pc:sldMk cId="2636992440" sldId="258"/>
        </pc:sldMkLst>
        <pc:spChg chg="mod">
          <ac:chgData name="Tien Nguyen" userId="ed77cc8591eb2ea7" providerId="LiveId" clId="{DD7B2013-B474-489B-86C8-F3D1363D81CE}" dt="2024-10-23T02:14:32.204" v="138"/>
          <ac:spMkLst>
            <pc:docMk/>
            <pc:sldMk cId="2636992440" sldId="258"/>
            <ac:spMk id="2" creationId="{26E1EA4A-BAFB-3B66-436F-21B4A3ED3426}"/>
          </ac:spMkLst>
        </pc:spChg>
      </pc:sldChg>
      <pc:sldChg chg="modSp add del mod">
        <pc:chgData name="Tien Nguyen" userId="ed77cc8591eb2ea7" providerId="LiveId" clId="{DD7B2013-B474-489B-86C8-F3D1363D81CE}" dt="2024-10-23T03:34:08.198" v="293" actId="2696"/>
        <pc:sldMkLst>
          <pc:docMk/>
          <pc:sldMk cId="2902699833" sldId="265"/>
        </pc:sldMkLst>
        <pc:spChg chg="mod">
          <ac:chgData name="Tien Nguyen" userId="ed77cc8591eb2ea7" providerId="LiveId" clId="{DD7B2013-B474-489B-86C8-F3D1363D81CE}" dt="2024-10-23T02:43:28.204" v="143" actId="6549"/>
          <ac:spMkLst>
            <pc:docMk/>
            <pc:sldMk cId="2902699833" sldId="265"/>
            <ac:spMk id="2" creationId="{C6FF300E-CF7C-3581-6AF2-E2509CE1529A}"/>
          </ac:spMkLst>
        </pc:spChg>
        <pc:spChg chg="mod">
          <ac:chgData name="Tien Nguyen" userId="ed77cc8591eb2ea7" providerId="LiveId" clId="{DD7B2013-B474-489B-86C8-F3D1363D81CE}" dt="2024-10-23T02:43:58.188" v="148" actId="20577"/>
          <ac:spMkLst>
            <pc:docMk/>
            <pc:sldMk cId="2902699833" sldId="265"/>
            <ac:spMk id="3" creationId="{73DC7C05-024F-CD05-78A5-D6CE6F9493F1}"/>
          </ac:spMkLst>
        </pc:spChg>
      </pc:sldChg>
      <pc:sldChg chg="modSp add del mod">
        <pc:chgData name="Tien Nguyen" userId="ed77cc8591eb2ea7" providerId="LiveId" clId="{DD7B2013-B474-489B-86C8-F3D1363D81CE}" dt="2024-10-23T03:33:46.386" v="292" actId="2696"/>
        <pc:sldMkLst>
          <pc:docMk/>
          <pc:sldMk cId="746367370" sldId="266"/>
        </pc:sldMkLst>
        <pc:spChg chg="mod">
          <ac:chgData name="Tien Nguyen" userId="ed77cc8591eb2ea7" providerId="LiveId" clId="{DD7B2013-B474-489B-86C8-F3D1363D81CE}" dt="2024-10-23T02:43:19.524" v="141" actId="6549"/>
          <ac:spMkLst>
            <pc:docMk/>
            <pc:sldMk cId="746367370" sldId="266"/>
            <ac:spMk id="2" creationId="{C6FF300E-CF7C-3581-6AF2-E2509CE1529A}"/>
          </ac:spMkLst>
        </pc:spChg>
        <pc:spChg chg="mod">
          <ac:chgData name="Tien Nguyen" userId="ed77cc8591eb2ea7" providerId="LiveId" clId="{DD7B2013-B474-489B-86C8-F3D1363D81CE}" dt="2024-10-23T02:44:41.231" v="150" actId="113"/>
          <ac:spMkLst>
            <pc:docMk/>
            <pc:sldMk cId="746367370" sldId="266"/>
            <ac:spMk id="3" creationId="{73DC7C05-024F-CD05-78A5-D6CE6F9493F1}"/>
          </ac:spMkLst>
        </pc:spChg>
      </pc:sldChg>
      <pc:sldChg chg="modSp add mod">
        <pc:chgData name="Tien Nguyen" userId="ed77cc8591eb2ea7" providerId="LiveId" clId="{DD7B2013-B474-489B-86C8-F3D1363D81CE}" dt="2024-10-23T02:44:55.017" v="152" actId="27636"/>
        <pc:sldMkLst>
          <pc:docMk/>
          <pc:sldMk cId="2946656725" sldId="267"/>
        </pc:sldMkLst>
        <pc:spChg chg="mod">
          <ac:chgData name="Tien Nguyen" userId="ed77cc8591eb2ea7" providerId="LiveId" clId="{DD7B2013-B474-489B-86C8-F3D1363D81CE}" dt="2024-10-23T02:43:23.898" v="142" actId="6549"/>
          <ac:spMkLst>
            <pc:docMk/>
            <pc:sldMk cId="2946656725" sldId="267"/>
            <ac:spMk id="2" creationId="{C6FF300E-CF7C-3581-6AF2-E2509CE1529A}"/>
          </ac:spMkLst>
        </pc:spChg>
        <pc:spChg chg="mod">
          <ac:chgData name="Tien Nguyen" userId="ed77cc8591eb2ea7" providerId="LiveId" clId="{DD7B2013-B474-489B-86C8-F3D1363D81CE}" dt="2024-10-23T02:44:55.017" v="152" actId="27636"/>
          <ac:spMkLst>
            <pc:docMk/>
            <pc:sldMk cId="2946656725" sldId="267"/>
            <ac:spMk id="3" creationId="{73DC7C05-024F-CD05-78A5-D6CE6F9493F1}"/>
          </ac:spMkLst>
        </pc:spChg>
      </pc:sldChg>
      <pc:sldChg chg="modSp add mod">
        <pc:chgData name="Tien Nguyen" userId="ed77cc8591eb2ea7" providerId="LiveId" clId="{DD7B2013-B474-489B-86C8-F3D1363D81CE}" dt="2024-10-23T02:45:19.284" v="156" actId="1076"/>
        <pc:sldMkLst>
          <pc:docMk/>
          <pc:sldMk cId="383637090" sldId="268"/>
        </pc:sldMkLst>
        <pc:spChg chg="mod">
          <ac:chgData name="Tien Nguyen" userId="ed77cc8591eb2ea7" providerId="LiveId" clId="{DD7B2013-B474-489B-86C8-F3D1363D81CE}" dt="2024-10-23T02:43:38.998" v="145" actId="6549"/>
          <ac:spMkLst>
            <pc:docMk/>
            <pc:sldMk cId="383637090" sldId="268"/>
            <ac:spMk id="2" creationId="{C6FF300E-CF7C-3581-6AF2-E2509CE1529A}"/>
          </ac:spMkLst>
        </pc:spChg>
        <pc:picChg chg="mod">
          <ac:chgData name="Tien Nguyen" userId="ed77cc8591eb2ea7" providerId="LiveId" clId="{DD7B2013-B474-489B-86C8-F3D1363D81CE}" dt="2024-10-23T02:45:19.284" v="156" actId="1076"/>
          <ac:picMkLst>
            <pc:docMk/>
            <pc:sldMk cId="383637090" sldId="268"/>
            <ac:picMk id="5" creationId="{B5E24809-5C96-ACA2-448A-4F3227AC46B9}"/>
          </ac:picMkLst>
        </pc:picChg>
      </pc:sldChg>
      <pc:sldChg chg="modSp add mod">
        <pc:chgData name="Tien Nguyen" userId="ed77cc8591eb2ea7" providerId="LiveId" clId="{DD7B2013-B474-489B-86C8-F3D1363D81CE}" dt="2024-10-23T02:43:34.979" v="144" actId="6549"/>
        <pc:sldMkLst>
          <pc:docMk/>
          <pc:sldMk cId="1719935179" sldId="269"/>
        </pc:sldMkLst>
        <pc:spChg chg="mod">
          <ac:chgData name="Tien Nguyen" userId="ed77cc8591eb2ea7" providerId="LiveId" clId="{DD7B2013-B474-489B-86C8-F3D1363D81CE}" dt="2024-10-23T02:43:34.979" v="144" actId="6549"/>
          <ac:spMkLst>
            <pc:docMk/>
            <pc:sldMk cId="1719935179" sldId="269"/>
            <ac:spMk id="2" creationId="{C6FF300E-CF7C-3581-6AF2-E2509CE1529A}"/>
          </ac:spMkLst>
        </pc:spChg>
      </pc:sldChg>
      <pc:sldChg chg="modSp add mod">
        <pc:chgData name="Tien Nguyen" userId="ed77cc8591eb2ea7" providerId="LiveId" clId="{DD7B2013-B474-489B-86C8-F3D1363D81CE}" dt="2024-10-23T02:45:02.382" v="154"/>
        <pc:sldMkLst>
          <pc:docMk/>
          <pc:sldMk cId="3655691915" sldId="270"/>
        </pc:sldMkLst>
        <pc:spChg chg="mod">
          <ac:chgData name="Tien Nguyen" userId="ed77cc8591eb2ea7" providerId="LiveId" clId="{DD7B2013-B474-489B-86C8-F3D1363D81CE}" dt="2024-10-23T02:45:02.382" v="154"/>
          <ac:spMkLst>
            <pc:docMk/>
            <pc:sldMk cId="3655691915" sldId="270"/>
            <ac:spMk id="3" creationId="{FD4F6B65-EB12-D89E-5120-58B13594C1A3}"/>
          </ac:spMkLst>
        </pc:spChg>
      </pc:sldChg>
      <pc:sldChg chg="addSp delSp modSp new mod">
        <pc:chgData name="Tien Nguyen" userId="ed77cc8591eb2ea7" providerId="LiveId" clId="{DD7B2013-B474-489B-86C8-F3D1363D81CE}" dt="2024-10-23T03:33:25.951" v="291" actId="478"/>
        <pc:sldMkLst>
          <pc:docMk/>
          <pc:sldMk cId="2941755883" sldId="271"/>
        </pc:sldMkLst>
        <pc:spChg chg="mod">
          <ac:chgData name="Tien Nguyen" userId="ed77cc8591eb2ea7" providerId="LiveId" clId="{DD7B2013-B474-489B-86C8-F3D1363D81CE}" dt="2024-10-23T03:19:04.583" v="159"/>
          <ac:spMkLst>
            <pc:docMk/>
            <pc:sldMk cId="2941755883" sldId="271"/>
            <ac:spMk id="2" creationId="{0C0E208F-96AF-E09C-ADB5-732674A423D0}"/>
          </ac:spMkLst>
        </pc:spChg>
        <pc:spChg chg="del">
          <ac:chgData name="Tien Nguyen" userId="ed77cc8591eb2ea7" providerId="LiveId" clId="{DD7B2013-B474-489B-86C8-F3D1363D81CE}" dt="2024-10-23T03:18:50.189" v="158" actId="22"/>
          <ac:spMkLst>
            <pc:docMk/>
            <pc:sldMk cId="2941755883" sldId="271"/>
            <ac:spMk id="3" creationId="{FC7AD07B-2584-C689-D65F-AC7AB8064945}"/>
          </ac:spMkLst>
        </pc:spChg>
        <pc:spChg chg="add del mod">
          <ac:chgData name="Tien Nguyen" userId="ed77cc8591eb2ea7" providerId="LiveId" clId="{DD7B2013-B474-489B-86C8-F3D1363D81CE}" dt="2024-10-23T03:33:25.951" v="291" actId="478"/>
          <ac:spMkLst>
            <pc:docMk/>
            <pc:sldMk cId="2941755883" sldId="271"/>
            <ac:spMk id="8" creationId="{70EA8D32-57C3-AF19-E658-C914A9DD92E0}"/>
          </ac:spMkLst>
        </pc:spChg>
        <pc:graphicFrameChg chg="add del mod modGraphic">
          <ac:chgData name="Tien Nguyen" userId="ed77cc8591eb2ea7" providerId="LiveId" clId="{DD7B2013-B474-489B-86C8-F3D1363D81CE}" dt="2024-10-23T03:33:25.805" v="290" actId="1032"/>
          <ac:graphicFrameMkLst>
            <pc:docMk/>
            <pc:sldMk cId="2941755883" sldId="271"/>
            <ac:graphicFrameMk id="9" creationId="{500A31B7-D6F1-C666-8260-30B3FCFF45FF}"/>
          </ac:graphicFrameMkLst>
        </pc:graphicFrameChg>
        <pc:picChg chg="add del mod ord">
          <ac:chgData name="Tien Nguyen" userId="ed77cc8591eb2ea7" providerId="LiveId" clId="{DD7B2013-B474-489B-86C8-F3D1363D81CE}" dt="2024-10-23T03:33:25.951" v="291" actId="478"/>
          <ac:picMkLst>
            <pc:docMk/>
            <pc:sldMk cId="2941755883" sldId="271"/>
            <ac:picMk id="6" creationId="{B55DD06F-063A-BC49-C1D1-929A4193CF63}"/>
          </ac:picMkLst>
        </pc:picChg>
      </pc:sldChg>
      <pc:sldChg chg="modSp add mod ord">
        <pc:chgData name="Tien Nguyen" userId="ed77cc8591eb2ea7" providerId="LiveId" clId="{DD7B2013-B474-489B-86C8-F3D1363D81CE}" dt="2024-10-23T03:28:01.044" v="174" actId="20577"/>
        <pc:sldMkLst>
          <pc:docMk/>
          <pc:sldMk cId="2485761472" sldId="272"/>
        </pc:sldMkLst>
        <pc:spChg chg="mod">
          <ac:chgData name="Tien Nguyen" userId="ed77cc8591eb2ea7" providerId="LiveId" clId="{DD7B2013-B474-489B-86C8-F3D1363D81CE}" dt="2024-10-23T03:28:01.044" v="174" actId="20577"/>
          <ac:spMkLst>
            <pc:docMk/>
            <pc:sldMk cId="2485761472" sldId="272"/>
            <ac:spMk id="3" creationId="{62BEBAD4-3F8F-E5C0-FB8C-DE32E84F80D7}"/>
          </ac:spMkLst>
        </pc:spChg>
      </pc:sldChg>
      <pc:sldChg chg="modSp add mod">
        <pc:chgData name="Tien Nguyen" userId="ed77cc8591eb2ea7" providerId="LiveId" clId="{DD7B2013-B474-489B-86C8-F3D1363D81CE}" dt="2024-10-23T03:28:36.252" v="187" actId="20577"/>
        <pc:sldMkLst>
          <pc:docMk/>
          <pc:sldMk cId="1502351476" sldId="273"/>
        </pc:sldMkLst>
        <pc:spChg chg="mod">
          <ac:chgData name="Tien Nguyen" userId="ed77cc8591eb2ea7" providerId="LiveId" clId="{DD7B2013-B474-489B-86C8-F3D1363D81CE}" dt="2024-10-23T03:28:36.252" v="187" actId="20577"/>
          <ac:spMkLst>
            <pc:docMk/>
            <pc:sldMk cId="1502351476" sldId="273"/>
            <ac:spMk id="3" creationId="{9460C484-FF6F-5DFB-2FF6-8D15F9A95EDD}"/>
          </ac:spMkLst>
        </pc:spChg>
      </pc:sldChg>
      <pc:sldChg chg="addSp delSp modSp add mod">
        <pc:chgData name="Tien Nguyen" userId="ed77cc8591eb2ea7" providerId="LiveId" clId="{DD7B2013-B474-489B-86C8-F3D1363D81CE}" dt="2024-10-23T03:34:59.534" v="295" actId="732"/>
        <pc:sldMkLst>
          <pc:docMk/>
          <pc:sldMk cId="3644315383" sldId="274"/>
        </pc:sldMkLst>
        <pc:spChg chg="del">
          <ac:chgData name="Tien Nguyen" userId="ed77cc8591eb2ea7" providerId="LiveId" clId="{DD7B2013-B474-489B-86C8-F3D1363D81CE}" dt="2024-10-23T03:29:11.368" v="189" actId="478"/>
          <ac:spMkLst>
            <pc:docMk/>
            <pc:sldMk cId="3644315383" sldId="274"/>
            <ac:spMk id="3" creationId="{D28D5289-22E9-AE04-9C2E-2EE19CAB7CCF}"/>
          </ac:spMkLst>
        </pc:spChg>
        <pc:spChg chg="add del mod">
          <ac:chgData name="Tien Nguyen" userId="ed77cc8591eb2ea7" providerId="LiveId" clId="{DD7B2013-B474-489B-86C8-F3D1363D81CE}" dt="2024-10-23T03:29:13.290" v="190" actId="478"/>
          <ac:spMkLst>
            <pc:docMk/>
            <pc:sldMk cId="3644315383" sldId="274"/>
            <ac:spMk id="5" creationId="{697E53DA-D79F-3D0F-2E7D-0828711A2118}"/>
          </ac:spMkLst>
        </pc:spChg>
        <pc:spChg chg="add mod">
          <ac:chgData name="Tien Nguyen" userId="ed77cc8591eb2ea7" providerId="LiveId" clId="{DD7B2013-B474-489B-86C8-F3D1363D81CE}" dt="2024-10-23T03:30:25.852" v="213" actId="207"/>
          <ac:spMkLst>
            <pc:docMk/>
            <pc:sldMk cId="3644315383" sldId="274"/>
            <ac:spMk id="12" creationId="{548D923E-9A91-008E-D932-F60F31034EB6}"/>
          </ac:spMkLst>
        </pc:spChg>
        <pc:picChg chg="add del mod">
          <ac:chgData name="Tien Nguyen" userId="ed77cc8591eb2ea7" providerId="LiveId" clId="{DD7B2013-B474-489B-86C8-F3D1363D81CE}" dt="2024-10-23T03:29:31.586" v="193" actId="478"/>
          <ac:picMkLst>
            <pc:docMk/>
            <pc:sldMk cId="3644315383" sldId="274"/>
            <ac:picMk id="7" creationId="{83ECF14F-2182-0C7B-C9AA-E63171FAE0F7}"/>
          </ac:picMkLst>
        </pc:picChg>
        <pc:picChg chg="add mod modCrop">
          <ac:chgData name="Tien Nguyen" userId="ed77cc8591eb2ea7" providerId="LiveId" clId="{DD7B2013-B474-489B-86C8-F3D1363D81CE}" dt="2024-10-23T03:34:59.534" v="295" actId="732"/>
          <ac:picMkLst>
            <pc:docMk/>
            <pc:sldMk cId="3644315383" sldId="274"/>
            <ac:picMk id="9" creationId="{F3F51DFE-ACAF-2100-C983-73997BA34CAE}"/>
          </ac:picMkLst>
        </pc:picChg>
        <pc:picChg chg="add mod">
          <ac:chgData name="Tien Nguyen" userId="ed77cc8591eb2ea7" providerId="LiveId" clId="{DD7B2013-B474-489B-86C8-F3D1363D81CE}" dt="2024-10-23T03:30:00.575" v="198" actId="1076"/>
          <ac:picMkLst>
            <pc:docMk/>
            <pc:sldMk cId="3644315383" sldId="274"/>
            <ac:picMk id="11" creationId="{9F16DAEB-4C39-F280-10C6-7E693BE323AF}"/>
          </ac:picMkLst>
        </pc:picChg>
      </pc:sldChg>
      <pc:sldChg chg="addSp delSp modSp add mod">
        <pc:chgData name="Tien Nguyen" userId="ed77cc8591eb2ea7" providerId="LiveId" clId="{DD7B2013-B474-489B-86C8-F3D1363D81CE}" dt="2024-10-23T03:43:36.405" v="310" actId="1076"/>
        <pc:sldMkLst>
          <pc:docMk/>
          <pc:sldMk cId="2463016918" sldId="275"/>
        </pc:sldMkLst>
        <pc:spChg chg="del">
          <ac:chgData name="Tien Nguyen" userId="ed77cc8591eb2ea7" providerId="LiveId" clId="{DD7B2013-B474-489B-86C8-F3D1363D81CE}" dt="2024-10-23T03:42:34.390" v="297" actId="478"/>
          <ac:spMkLst>
            <pc:docMk/>
            <pc:sldMk cId="2463016918" sldId="275"/>
            <ac:spMk id="3" creationId="{A3607660-A751-D8B3-39CA-50AADFC95C0D}"/>
          </ac:spMkLst>
        </pc:spChg>
        <pc:spChg chg="add del mod">
          <ac:chgData name="Tien Nguyen" userId="ed77cc8591eb2ea7" providerId="LiveId" clId="{DD7B2013-B474-489B-86C8-F3D1363D81CE}" dt="2024-10-23T03:42:36.051" v="298" actId="478"/>
          <ac:spMkLst>
            <pc:docMk/>
            <pc:sldMk cId="2463016918" sldId="275"/>
            <ac:spMk id="5" creationId="{CE7E9284-9917-87C9-90C8-CF752690CA1E}"/>
          </ac:spMkLst>
        </pc:spChg>
        <pc:picChg chg="add del mod">
          <ac:chgData name="Tien Nguyen" userId="ed77cc8591eb2ea7" providerId="LiveId" clId="{DD7B2013-B474-489B-86C8-F3D1363D81CE}" dt="2024-10-23T03:43:18.411" v="302" actId="478"/>
          <ac:picMkLst>
            <pc:docMk/>
            <pc:sldMk cId="2463016918" sldId="275"/>
            <ac:picMk id="1026" creationId="{A43028DA-0809-A1FD-6B41-EC11D120ED2E}"/>
          </ac:picMkLst>
        </pc:picChg>
        <pc:picChg chg="add mod">
          <ac:chgData name="Tien Nguyen" userId="ed77cc8591eb2ea7" providerId="LiveId" clId="{DD7B2013-B474-489B-86C8-F3D1363D81CE}" dt="2024-10-23T03:43:36.405" v="310" actId="1076"/>
          <ac:picMkLst>
            <pc:docMk/>
            <pc:sldMk cId="2463016918" sldId="275"/>
            <ac:picMk id="1028" creationId="{F2497026-4462-DA3E-7D87-F642D786377E}"/>
          </ac:picMkLst>
        </pc:picChg>
      </pc:sldChg>
      <pc:sldChg chg="modSp new mod">
        <pc:chgData name="Tien Nguyen" userId="ed77cc8591eb2ea7" providerId="LiveId" clId="{DD7B2013-B474-489B-86C8-F3D1363D81CE}" dt="2024-10-23T03:43:59.131" v="324" actId="20577"/>
        <pc:sldMkLst>
          <pc:docMk/>
          <pc:sldMk cId="2530587052" sldId="276"/>
        </pc:sldMkLst>
        <pc:spChg chg="mod">
          <ac:chgData name="Tien Nguyen" userId="ed77cc8591eb2ea7" providerId="LiveId" clId="{DD7B2013-B474-489B-86C8-F3D1363D81CE}" dt="2024-10-23T03:43:59.131" v="324" actId="20577"/>
          <ac:spMkLst>
            <pc:docMk/>
            <pc:sldMk cId="2530587052" sldId="276"/>
            <ac:spMk id="2" creationId="{C4091376-F452-7A6D-FE50-AEF6D15B8ACA}"/>
          </ac:spMkLst>
        </pc:spChg>
      </pc:sldChg>
      <pc:sldChg chg="modSp add mod">
        <pc:chgData name="Tien Nguyen" userId="ed77cc8591eb2ea7" providerId="LiveId" clId="{DD7B2013-B474-489B-86C8-F3D1363D81CE}" dt="2024-10-23T03:44:47.531" v="331" actId="20577"/>
        <pc:sldMkLst>
          <pc:docMk/>
          <pc:sldMk cId="1906674957" sldId="277"/>
        </pc:sldMkLst>
        <pc:spChg chg="mod">
          <ac:chgData name="Tien Nguyen" userId="ed77cc8591eb2ea7" providerId="LiveId" clId="{DD7B2013-B474-489B-86C8-F3D1363D81CE}" dt="2024-10-23T03:44:47.531" v="331" actId="20577"/>
          <ac:spMkLst>
            <pc:docMk/>
            <pc:sldMk cId="1906674957" sldId="277"/>
            <ac:spMk id="3" creationId="{73DC7C05-024F-CD05-78A5-D6CE6F9493F1}"/>
          </ac:spMkLst>
        </pc:spChg>
      </pc:sldChg>
      <pc:sldChg chg="modSp add mod">
        <pc:chgData name="Tien Nguyen" userId="ed77cc8591eb2ea7" providerId="LiveId" clId="{DD7B2013-B474-489B-86C8-F3D1363D81CE}" dt="2024-10-23T03:47:19.904" v="332" actId="6549"/>
        <pc:sldMkLst>
          <pc:docMk/>
          <pc:sldMk cId="3047341289" sldId="278"/>
        </pc:sldMkLst>
        <pc:spChg chg="mod">
          <ac:chgData name="Tien Nguyen" userId="ed77cc8591eb2ea7" providerId="LiveId" clId="{DD7B2013-B474-489B-86C8-F3D1363D81CE}" dt="2024-10-23T03:47:19.904" v="332" actId="6549"/>
          <ac:spMkLst>
            <pc:docMk/>
            <pc:sldMk cId="3047341289" sldId="278"/>
            <ac:spMk id="2" creationId="{C6FF300E-CF7C-3581-6AF2-E2509CE1529A}"/>
          </ac:spMkLst>
        </pc:spChg>
      </pc:sldChg>
      <pc:sldChg chg="modSp add mod">
        <pc:chgData name="Tien Nguyen" userId="ed77cc8591eb2ea7" providerId="LiveId" clId="{DD7B2013-B474-489B-86C8-F3D1363D81CE}" dt="2024-10-23T03:47:22.853" v="333" actId="6549"/>
        <pc:sldMkLst>
          <pc:docMk/>
          <pc:sldMk cId="820581137" sldId="279"/>
        </pc:sldMkLst>
        <pc:spChg chg="mod">
          <ac:chgData name="Tien Nguyen" userId="ed77cc8591eb2ea7" providerId="LiveId" clId="{DD7B2013-B474-489B-86C8-F3D1363D81CE}" dt="2024-10-23T03:47:22.853" v="333" actId="6549"/>
          <ac:spMkLst>
            <pc:docMk/>
            <pc:sldMk cId="820581137" sldId="279"/>
            <ac:spMk id="2" creationId="{B371450A-836E-809F-9C51-A2DB8F4C6154}"/>
          </ac:spMkLst>
        </pc:spChg>
        <pc:spChg chg="mod">
          <ac:chgData name="Tien Nguyen" userId="ed77cc8591eb2ea7" providerId="LiveId" clId="{DD7B2013-B474-489B-86C8-F3D1363D81CE}" dt="2024-10-23T03:44:43.510" v="329"/>
          <ac:spMkLst>
            <pc:docMk/>
            <pc:sldMk cId="820581137" sldId="279"/>
            <ac:spMk id="3" creationId="{6E2DA527-59EF-D697-3BB0-F66D0707A49E}"/>
          </ac:spMkLst>
        </pc:spChg>
      </pc:sldChg>
      <pc:sldChg chg="add del">
        <pc:chgData name="Tien Nguyen" userId="ed77cc8591eb2ea7" providerId="LiveId" clId="{DD7B2013-B474-489B-86C8-F3D1363D81CE}" dt="2024-10-23T03:47:31.446" v="335" actId="2696"/>
        <pc:sldMkLst>
          <pc:docMk/>
          <pc:sldMk cId="931061248" sldId="280"/>
        </pc:sldMkLst>
      </pc:sldChg>
      <pc:sldChg chg="modSp add mod ord">
        <pc:chgData name="Tien Nguyen" userId="ed77cc8591eb2ea7" providerId="LiveId" clId="{DD7B2013-B474-489B-86C8-F3D1363D81CE}" dt="2024-10-23T03:47:43.259" v="343" actId="20577"/>
        <pc:sldMkLst>
          <pc:docMk/>
          <pc:sldMk cId="1469114392" sldId="280"/>
        </pc:sldMkLst>
        <pc:spChg chg="mod">
          <ac:chgData name="Tien Nguyen" userId="ed77cc8591eb2ea7" providerId="LiveId" clId="{DD7B2013-B474-489B-86C8-F3D1363D81CE}" dt="2024-10-23T03:47:43.259" v="343" actId="20577"/>
          <ac:spMkLst>
            <pc:docMk/>
            <pc:sldMk cId="1469114392" sldId="280"/>
            <ac:spMk id="3" creationId="{799F0A05-9328-2D66-071D-FA81DDB8A000}"/>
          </ac:spMkLst>
        </pc:spChg>
      </pc:sldChg>
      <pc:sldChg chg="addSp delSp modSp add mod">
        <pc:chgData name="Tien Nguyen" userId="ed77cc8591eb2ea7" providerId="LiveId" clId="{DD7B2013-B474-489B-86C8-F3D1363D81CE}" dt="2024-10-23T07:43:48.999" v="350" actId="20577"/>
        <pc:sldMkLst>
          <pc:docMk/>
          <pc:sldMk cId="3040853596" sldId="281"/>
        </pc:sldMkLst>
        <pc:spChg chg="mod">
          <ac:chgData name="Tien Nguyen" userId="ed77cc8591eb2ea7" providerId="LiveId" clId="{DD7B2013-B474-489B-86C8-F3D1363D81CE}" dt="2024-10-23T07:42:55.475" v="345"/>
          <ac:spMkLst>
            <pc:docMk/>
            <pc:sldMk cId="3040853596" sldId="281"/>
            <ac:spMk id="2" creationId="{BD19192B-64FA-50DC-E2E8-AA68F309D244}"/>
          </ac:spMkLst>
        </pc:spChg>
        <pc:spChg chg="del">
          <ac:chgData name="Tien Nguyen" userId="ed77cc8591eb2ea7" providerId="LiveId" clId="{DD7B2013-B474-489B-86C8-F3D1363D81CE}" dt="2024-10-23T07:42:58.841" v="346" actId="478"/>
          <ac:spMkLst>
            <pc:docMk/>
            <pc:sldMk cId="3040853596" sldId="281"/>
            <ac:spMk id="3" creationId="{C3FD04F1-40CB-5F3A-CFC6-C7AC47BEFFA1}"/>
          </ac:spMkLst>
        </pc:spChg>
        <pc:spChg chg="add mod">
          <ac:chgData name="Tien Nguyen" userId="ed77cc8591eb2ea7" providerId="LiveId" clId="{DD7B2013-B474-489B-86C8-F3D1363D81CE}" dt="2024-10-23T07:43:48.999" v="350" actId="20577"/>
          <ac:spMkLst>
            <pc:docMk/>
            <pc:sldMk cId="3040853596" sldId="281"/>
            <ac:spMk id="5" creationId="{983489B4-033C-38BE-BEF7-9C6223EB6A3E}"/>
          </ac:spMkLst>
        </pc:spChg>
      </pc:sldChg>
      <pc:sldChg chg="modSp add mod">
        <pc:chgData name="Tien Nguyen" userId="ed77cc8591eb2ea7" providerId="LiveId" clId="{DD7B2013-B474-489B-86C8-F3D1363D81CE}" dt="2024-10-23T07:44:54.976" v="376" actId="20577"/>
        <pc:sldMkLst>
          <pc:docMk/>
          <pc:sldMk cId="2100154587" sldId="282"/>
        </pc:sldMkLst>
        <pc:spChg chg="mod">
          <ac:chgData name="Tien Nguyen" userId="ed77cc8591eb2ea7" providerId="LiveId" clId="{DD7B2013-B474-489B-86C8-F3D1363D81CE}" dt="2024-10-23T07:44:54.976" v="376" actId="20577"/>
          <ac:spMkLst>
            <pc:docMk/>
            <pc:sldMk cId="2100154587" sldId="282"/>
            <ac:spMk id="2" creationId="{2DF08781-8655-CB29-214C-2DA46F6FD3F8}"/>
          </ac:spMkLst>
        </pc:spChg>
        <pc:spChg chg="mod">
          <ac:chgData name="Tien Nguyen" userId="ed77cc8591eb2ea7" providerId="LiveId" clId="{DD7B2013-B474-489B-86C8-F3D1363D81CE}" dt="2024-10-23T07:44:37.244" v="361" actId="20577"/>
          <ac:spMkLst>
            <pc:docMk/>
            <pc:sldMk cId="2100154587" sldId="282"/>
            <ac:spMk id="5" creationId="{1D15AEA5-966F-E21A-4C54-7A6FA0A61A8E}"/>
          </ac:spMkLst>
        </pc:spChg>
      </pc:sldChg>
      <pc:sldChg chg="modSp add mod">
        <pc:chgData name="Tien Nguyen" userId="ed77cc8591eb2ea7" providerId="LiveId" clId="{DD7B2013-B474-489B-86C8-F3D1363D81CE}" dt="2024-10-23T07:46:20.353" v="393" actId="20577"/>
        <pc:sldMkLst>
          <pc:docMk/>
          <pc:sldMk cId="688662487" sldId="283"/>
        </pc:sldMkLst>
        <pc:spChg chg="mod">
          <ac:chgData name="Tien Nguyen" userId="ed77cc8591eb2ea7" providerId="LiveId" clId="{DD7B2013-B474-489B-86C8-F3D1363D81CE}" dt="2024-10-23T07:46:20.353" v="393" actId="20577"/>
          <ac:spMkLst>
            <pc:docMk/>
            <pc:sldMk cId="688662487" sldId="283"/>
            <ac:spMk id="2" creationId="{F79D2418-70EC-3CD7-A775-FF184AD6EF81}"/>
          </ac:spMkLst>
        </pc:spChg>
        <pc:spChg chg="mod">
          <ac:chgData name="Tien Nguyen" userId="ed77cc8591eb2ea7" providerId="LiveId" clId="{DD7B2013-B474-489B-86C8-F3D1363D81CE}" dt="2024-10-23T07:46:14.271" v="382"/>
          <ac:spMkLst>
            <pc:docMk/>
            <pc:sldMk cId="688662487" sldId="283"/>
            <ac:spMk id="5" creationId="{50296E64-8F65-8C68-6AFD-5E90A170C692}"/>
          </ac:spMkLst>
        </pc:spChg>
      </pc:sldChg>
      <pc:sldChg chg="modSp mod">
        <pc:chgData name="Tien Nguyen" userId="ed77cc8591eb2ea7" providerId="LiveId" clId="{DD7B2013-B474-489B-86C8-F3D1363D81CE}" dt="2024-11-13T01:29:20.684" v="394" actId="1076"/>
        <pc:sldMkLst>
          <pc:docMk/>
          <pc:sldMk cId="0" sldId="345"/>
        </pc:sldMkLst>
        <pc:spChg chg="mod">
          <ac:chgData name="Tien Nguyen" userId="ed77cc8591eb2ea7" providerId="LiveId" clId="{DD7B2013-B474-489B-86C8-F3D1363D81CE}" dt="2024-11-13T01:29:20.684" v="394" actId="1076"/>
          <ac:spMkLst>
            <pc:docMk/>
            <pc:sldMk cId="0" sldId="345"/>
            <ac:spMk id="39" creationId="{427E36BE-404F-AA83-F9AA-7E76D06B3CC6}"/>
          </ac:spMkLst>
        </pc:spChg>
        <pc:spChg chg="mod">
          <ac:chgData name="Tien Nguyen" userId="ed77cc8591eb2ea7" providerId="LiveId" clId="{DD7B2013-B474-489B-86C8-F3D1363D81CE}" dt="2024-11-13T01:29:20.684" v="394" actId="1076"/>
          <ac:spMkLst>
            <pc:docMk/>
            <pc:sldMk cId="0" sldId="345"/>
            <ac:spMk id="40" creationId="{2926A2D1-E9F3-D831-D51F-6A4B3BC4F074}"/>
          </ac:spMkLst>
        </pc:spChg>
        <pc:spChg chg="mod">
          <ac:chgData name="Tien Nguyen" userId="ed77cc8591eb2ea7" providerId="LiveId" clId="{DD7B2013-B474-489B-86C8-F3D1363D81CE}" dt="2024-11-13T01:29:20.684" v="394" actId="1076"/>
          <ac:spMkLst>
            <pc:docMk/>
            <pc:sldMk cId="0" sldId="345"/>
            <ac:spMk id="41" creationId="{98B3C0FA-4E22-DD6A-1B30-06A814E2A362}"/>
          </ac:spMkLst>
        </pc:spChg>
        <pc:cxnChg chg="mod">
          <ac:chgData name="Tien Nguyen" userId="ed77cc8591eb2ea7" providerId="LiveId" clId="{DD7B2013-B474-489B-86C8-F3D1363D81CE}" dt="2024-11-13T01:29:20.684" v="394" actId="1076"/>
          <ac:cxnSpMkLst>
            <pc:docMk/>
            <pc:sldMk cId="0" sldId="345"/>
            <ac:cxnSpMk id="22535" creationId="{20ED4F5C-C9D2-8B79-2B15-25E255534EB9}"/>
          </ac:cxnSpMkLst>
        </pc:cxnChg>
        <pc:cxnChg chg="mod">
          <ac:chgData name="Tien Nguyen" userId="ed77cc8591eb2ea7" providerId="LiveId" clId="{DD7B2013-B474-489B-86C8-F3D1363D81CE}" dt="2024-11-13T01:29:20.684" v="394" actId="1076"/>
          <ac:cxnSpMkLst>
            <pc:docMk/>
            <pc:sldMk cId="0" sldId="345"/>
            <ac:cxnSpMk id="22539" creationId="{DC98EDB5-0F06-BC85-13D2-D5C3F70D2289}"/>
          </ac:cxnSpMkLst>
        </pc:cxnChg>
      </pc:sldChg>
      <pc:sldMasterChg chg="modSp modSldLayout">
        <pc:chgData name="Tien Nguyen" userId="ed77cc8591eb2ea7" providerId="LiveId" clId="{DD7B2013-B474-489B-86C8-F3D1363D81CE}" dt="2024-10-23T02:08:28.228" v="1"/>
        <pc:sldMasterMkLst>
          <pc:docMk/>
          <pc:sldMasterMk cId="3205120338" sldId="2147483648"/>
        </pc:sldMasterMkLst>
        <pc:spChg chg="mod">
          <ac:chgData name="Tien Nguyen" userId="ed77cc8591eb2ea7" providerId="LiveId" clId="{DD7B2013-B474-489B-86C8-F3D1363D81CE}" dt="2024-10-23T02:08:28.228" v="1"/>
          <ac:spMkLst>
            <pc:docMk/>
            <pc:sldMasterMk cId="3205120338" sldId="2147483648"/>
            <ac:spMk id="2" creationId="{0E02C037-D762-A0BC-F812-8DC2A13A5996}"/>
          </ac:spMkLst>
        </pc:spChg>
        <pc:spChg chg="mod">
          <ac:chgData name="Tien Nguyen" userId="ed77cc8591eb2ea7" providerId="LiveId" clId="{DD7B2013-B474-489B-86C8-F3D1363D81CE}" dt="2024-10-23T02:08:28.228" v="1"/>
          <ac:spMkLst>
            <pc:docMk/>
            <pc:sldMasterMk cId="3205120338" sldId="2147483648"/>
            <ac:spMk id="3" creationId="{D5E66F7A-D722-8E39-DCBB-4C0A798785F6}"/>
          </ac:spMkLst>
        </pc:spChg>
        <pc:spChg chg="mod">
          <ac:chgData name="Tien Nguyen" userId="ed77cc8591eb2ea7" providerId="LiveId" clId="{DD7B2013-B474-489B-86C8-F3D1363D81CE}" dt="2024-10-23T02:08:28.228" v="1"/>
          <ac:spMkLst>
            <pc:docMk/>
            <pc:sldMasterMk cId="3205120338" sldId="2147483648"/>
            <ac:spMk id="4" creationId="{85154942-4140-F80A-9A3F-18AD6BE30039}"/>
          </ac:spMkLst>
        </pc:spChg>
        <pc:spChg chg="mod">
          <ac:chgData name="Tien Nguyen" userId="ed77cc8591eb2ea7" providerId="LiveId" clId="{DD7B2013-B474-489B-86C8-F3D1363D81CE}" dt="2024-10-23T02:08:28.228" v="1"/>
          <ac:spMkLst>
            <pc:docMk/>
            <pc:sldMasterMk cId="3205120338" sldId="2147483648"/>
            <ac:spMk id="5" creationId="{3ED14C76-26B5-AFD0-1A6F-2D15B1F6069E}"/>
          </ac:spMkLst>
        </pc:spChg>
        <pc:spChg chg="mod">
          <ac:chgData name="Tien Nguyen" userId="ed77cc8591eb2ea7" providerId="LiveId" clId="{DD7B2013-B474-489B-86C8-F3D1363D81CE}" dt="2024-10-23T02:08:28.228" v="1"/>
          <ac:spMkLst>
            <pc:docMk/>
            <pc:sldMasterMk cId="3205120338" sldId="2147483648"/>
            <ac:spMk id="6" creationId="{6E16EC53-3557-7B92-243D-17241CAECB55}"/>
          </ac:spMkLst>
        </pc:spChg>
        <pc:sldLayoutChg chg="modSp">
          <pc:chgData name="Tien Nguyen" userId="ed77cc8591eb2ea7" providerId="LiveId" clId="{DD7B2013-B474-489B-86C8-F3D1363D81CE}" dt="2024-10-23T02:08:28.228" v="1"/>
          <pc:sldLayoutMkLst>
            <pc:docMk/>
            <pc:sldMasterMk cId="3205120338" sldId="2147483648"/>
            <pc:sldLayoutMk cId="2652262733" sldId="2147483649"/>
          </pc:sldLayoutMkLst>
          <pc:spChg chg="mod">
            <ac:chgData name="Tien Nguyen" userId="ed77cc8591eb2ea7" providerId="LiveId" clId="{DD7B2013-B474-489B-86C8-F3D1363D81CE}" dt="2024-10-23T02:08:28.228" v="1"/>
            <ac:spMkLst>
              <pc:docMk/>
              <pc:sldMasterMk cId="3205120338" sldId="2147483648"/>
              <pc:sldLayoutMk cId="2652262733" sldId="2147483649"/>
              <ac:spMk id="2" creationId="{9925101F-308B-9112-FC66-5856372E6A20}"/>
            </ac:spMkLst>
          </pc:spChg>
          <pc:spChg chg="mod">
            <ac:chgData name="Tien Nguyen" userId="ed77cc8591eb2ea7" providerId="LiveId" clId="{DD7B2013-B474-489B-86C8-F3D1363D81CE}" dt="2024-10-23T02:08:28.228" v="1"/>
            <ac:spMkLst>
              <pc:docMk/>
              <pc:sldMasterMk cId="3205120338" sldId="2147483648"/>
              <pc:sldLayoutMk cId="2652262733" sldId="2147483649"/>
              <ac:spMk id="3" creationId="{D8E498B9-E33C-FDDF-C449-545451DFD074}"/>
            </ac:spMkLst>
          </pc:spChg>
        </pc:sldLayoutChg>
        <pc:sldLayoutChg chg="modSp">
          <pc:chgData name="Tien Nguyen" userId="ed77cc8591eb2ea7" providerId="LiveId" clId="{DD7B2013-B474-489B-86C8-F3D1363D81CE}" dt="2024-10-23T02:08:28.228" v="1"/>
          <pc:sldLayoutMkLst>
            <pc:docMk/>
            <pc:sldMasterMk cId="3205120338" sldId="2147483648"/>
            <pc:sldLayoutMk cId="1900606968" sldId="2147483651"/>
          </pc:sldLayoutMkLst>
          <pc:spChg chg="mod">
            <ac:chgData name="Tien Nguyen" userId="ed77cc8591eb2ea7" providerId="LiveId" clId="{DD7B2013-B474-489B-86C8-F3D1363D81CE}" dt="2024-10-23T02:08:28.228" v="1"/>
            <ac:spMkLst>
              <pc:docMk/>
              <pc:sldMasterMk cId="3205120338" sldId="2147483648"/>
              <pc:sldLayoutMk cId="1900606968" sldId="2147483651"/>
              <ac:spMk id="2" creationId="{193AF588-4F4E-BC1A-6B4E-42CCFED5200C}"/>
            </ac:spMkLst>
          </pc:spChg>
          <pc:spChg chg="mod">
            <ac:chgData name="Tien Nguyen" userId="ed77cc8591eb2ea7" providerId="LiveId" clId="{DD7B2013-B474-489B-86C8-F3D1363D81CE}" dt="2024-10-23T02:08:28.228" v="1"/>
            <ac:spMkLst>
              <pc:docMk/>
              <pc:sldMasterMk cId="3205120338" sldId="2147483648"/>
              <pc:sldLayoutMk cId="1900606968" sldId="2147483651"/>
              <ac:spMk id="3" creationId="{6069DF23-3886-04E6-EBA6-A7EF55987742}"/>
            </ac:spMkLst>
          </pc:spChg>
        </pc:sldLayoutChg>
        <pc:sldLayoutChg chg="modSp">
          <pc:chgData name="Tien Nguyen" userId="ed77cc8591eb2ea7" providerId="LiveId" clId="{DD7B2013-B474-489B-86C8-F3D1363D81CE}" dt="2024-10-23T02:08:28.228" v="1"/>
          <pc:sldLayoutMkLst>
            <pc:docMk/>
            <pc:sldMasterMk cId="3205120338" sldId="2147483648"/>
            <pc:sldLayoutMk cId="1094483273" sldId="2147483652"/>
          </pc:sldLayoutMkLst>
          <pc:spChg chg="mod">
            <ac:chgData name="Tien Nguyen" userId="ed77cc8591eb2ea7" providerId="LiveId" clId="{DD7B2013-B474-489B-86C8-F3D1363D81CE}" dt="2024-10-23T02:08:28.228" v="1"/>
            <ac:spMkLst>
              <pc:docMk/>
              <pc:sldMasterMk cId="3205120338" sldId="2147483648"/>
              <pc:sldLayoutMk cId="1094483273" sldId="2147483652"/>
              <ac:spMk id="3" creationId="{9F3F7B76-5E12-D21E-E50F-FB50EED2D56B}"/>
            </ac:spMkLst>
          </pc:spChg>
          <pc:spChg chg="mod">
            <ac:chgData name="Tien Nguyen" userId="ed77cc8591eb2ea7" providerId="LiveId" clId="{DD7B2013-B474-489B-86C8-F3D1363D81CE}" dt="2024-10-23T02:08:28.228" v="1"/>
            <ac:spMkLst>
              <pc:docMk/>
              <pc:sldMasterMk cId="3205120338" sldId="2147483648"/>
              <pc:sldLayoutMk cId="1094483273" sldId="2147483652"/>
              <ac:spMk id="4" creationId="{2ED5C705-81C2-8143-26AA-80B06F77D861}"/>
            </ac:spMkLst>
          </pc:spChg>
        </pc:sldLayoutChg>
        <pc:sldLayoutChg chg="modSp">
          <pc:chgData name="Tien Nguyen" userId="ed77cc8591eb2ea7" providerId="LiveId" clId="{DD7B2013-B474-489B-86C8-F3D1363D81CE}" dt="2024-10-23T02:08:28.228" v="1"/>
          <pc:sldLayoutMkLst>
            <pc:docMk/>
            <pc:sldMasterMk cId="3205120338" sldId="2147483648"/>
            <pc:sldLayoutMk cId="3978257551" sldId="2147483653"/>
          </pc:sldLayoutMkLst>
          <pc:spChg chg="mod">
            <ac:chgData name="Tien Nguyen" userId="ed77cc8591eb2ea7" providerId="LiveId" clId="{DD7B2013-B474-489B-86C8-F3D1363D81CE}" dt="2024-10-23T02:08:28.228" v="1"/>
            <ac:spMkLst>
              <pc:docMk/>
              <pc:sldMasterMk cId="3205120338" sldId="2147483648"/>
              <pc:sldLayoutMk cId="3978257551" sldId="2147483653"/>
              <ac:spMk id="2" creationId="{E78A0368-2E76-840A-F5CB-402AE6B1443F}"/>
            </ac:spMkLst>
          </pc:spChg>
          <pc:spChg chg="mod">
            <ac:chgData name="Tien Nguyen" userId="ed77cc8591eb2ea7" providerId="LiveId" clId="{DD7B2013-B474-489B-86C8-F3D1363D81CE}" dt="2024-10-23T02:08:28.228" v="1"/>
            <ac:spMkLst>
              <pc:docMk/>
              <pc:sldMasterMk cId="3205120338" sldId="2147483648"/>
              <pc:sldLayoutMk cId="3978257551" sldId="2147483653"/>
              <ac:spMk id="3" creationId="{E3EA29FF-C8D2-43D1-5257-F3B224566CEE}"/>
            </ac:spMkLst>
          </pc:spChg>
          <pc:spChg chg="mod">
            <ac:chgData name="Tien Nguyen" userId="ed77cc8591eb2ea7" providerId="LiveId" clId="{DD7B2013-B474-489B-86C8-F3D1363D81CE}" dt="2024-10-23T02:08:28.228" v="1"/>
            <ac:spMkLst>
              <pc:docMk/>
              <pc:sldMasterMk cId="3205120338" sldId="2147483648"/>
              <pc:sldLayoutMk cId="3978257551" sldId="2147483653"/>
              <ac:spMk id="4" creationId="{E8D18113-C801-AA56-57C1-47C2836AE68A}"/>
            </ac:spMkLst>
          </pc:spChg>
          <pc:spChg chg="mod">
            <ac:chgData name="Tien Nguyen" userId="ed77cc8591eb2ea7" providerId="LiveId" clId="{DD7B2013-B474-489B-86C8-F3D1363D81CE}" dt="2024-10-23T02:08:28.228" v="1"/>
            <ac:spMkLst>
              <pc:docMk/>
              <pc:sldMasterMk cId="3205120338" sldId="2147483648"/>
              <pc:sldLayoutMk cId="3978257551" sldId="2147483653"/>
              <ac:spMk id="5" creationId="{C22A5967-1766-A945-D78A-74972CCDDBDD}"/>
            </ac:spMkLst>
          </pc:spChg>
          <pc:spChg chg="mod">
            <ac:chgData name="Tien Nguyen" userId="ed77cc8591eb2ea7" providerId="LiveId" clId="{DD7B2013-B474-489B-86C8-F3D1363D81CE}" dt="2024-10-23T02:08:28.228" v="1"/>
            <ac:spMkLst>
              <pc:docMk/>
              <pc:sldMasterMk cId="3205120338" sldId="2147483648"/>
              <pc:sldLayoutMk cId="3978257551" sldId="2147483653"/>
              <ac:spMk id="6" creationId="{BAD5E365-7F06-1BAA-95DB-4104C3DE1F39}"/>
            </ac:spMkLst>
          </pc:spChg>
        </pc:sldLayoutChg>
        <pc:sldLayoutChg chg="modSp">
          <pc:chgData name="Tien Nguyen" userId="ed77cc8591eb2ea7" providerId="LiveId" clId="{DD7B2013-B474-489B-86C8-F3D1363D81CE}" dt="2024-10-23T02:08:28.228" v="1"/>
          <pc:sldLayoutMkLst>
            <pc:docMk/>
            <pc:sldMasterMk cId="3205120338" sldId="2147483648"/>
            <pc:sldLayoutMk cId="3584147458" sldId="2147483656"/>
          </pc:sldLayoutMkLst>
          <pc:spChg chg="mod">
            <ac:chgData name="Tien Nguyen" userId="ed77cc8591eb2ea7" providerId="LiveId" clId="{DD7B2013-B474-489B-86C8-F3D1363D81CE}" dt="2024-10-23T02:08:28.228" v="1"/>
            <ac:spMkLst>
              <pc:docMk/>
              <pc:sldMasterMk cId="3205120338" sldId="2147483648"/>
              <pc:sldLayoutMk cId="3584147458" sldId="2147483656"/>
              <ac:spMk id="2" creationId="{CE605E0F-3915-B9BB-DD5A-287CAC290A38}"/>
            </ac:spMkLst>
          </pc:spChg>
          <pc:spChg chg="mod">
            <ac:chgData name="Tien Nguyen" userId="ed77cc8591eb2ea7" providerId="LiveId" clId="{DD7B2013-B474-489B-86C8-F3D1363D81CE}" dt="2024-10-23T02:08:28.228" v="1"/>
            <ac:spMkLst>
              <pc:docMk/>
              <pc:sldMasterMk cId="3205120338" sldId="2147483648"/>
              <pc:sldLayoutMk cId="3584147458" sldId="2147483656"/>
              <ac:spMk id="3" creationId="{B215A188-ADC4-24CA-B1B9-5A3F0A258FF5}"/>
            </ac:spMkLst>
          </pc:spChg>
          <pc:spChg chg="mod">
            <ac:chgData name="Tien Nguyen" userId="ed77cc8591eb2ea7" providerId="LiveId" clId="{DD7B2013-B474-489B-86C8-F3D1363D81CE}" dt="2024-10-23T02:08:28.228" v="1"/>
            <ac:spMkLst>
              <pc:docMk/>
              <pc:sldMasterMk cId="3205120338" sldId="2147483648"/>
              <pc:sldLayoutMk cId="3584147458" sldId="2147483656"/>
              <ac:spMk id="4" creationId="{3DDC7423-1F3C-B7D6-0EE5-D48782B9BF17}"/>
            </ac:spMkLst>
          </pc:spChg>
        </pc:sldLayoutChg>
        <pc:sldLayoutChg chg="modSp">
          <pc:chgData name="Tien Nguyen" userId="ed77cc8591eb2ea7" providerId="LiveId" clId="{DD7B2013-B474-489B-86C8-F3D1363D81CE}" dt="2024-10-23T02:08:28.228" v="1"/>
          <pc:sldLayoutMkLst>
            <pc:docMk/>
            <pc:sldMasterMk cId="3205120338" sldId="2147483648"/>
            <pc:sldLayoutMk cId="1251434988" sldId="2147483657"/>
          </pc:sldLayoutMkLst>
          <pc:spChg chg="mod">
            <ac:chgData name="Tien Nguyen" userId="ed77cc8591eb2ea7" providerId="LiveId" clId="{DD7B2013-B474-489B-86C8-F3D1363D81CE}" dt="2024-10-23T02:08:28.228" v="1"/>
            <ac:spMkLst>
              <pc:docMk/>
              <pc:sldMasterMk cId="3205120338" sldId="2147483648"/>
              <pc:sldLayoutMk cId="1251434988" sldId="2147483657"/>
              <ac:spMk id="2" creationId="{81C082A1-7A19-5C6F-BABB-6D1257C0C321}"/>
            </ac:spMkLst>
          </pc:spChg>
          <pc:spChg chg="mod">
            <ac:chgData name="Tien Nguyen" userId="ed77cc8591eb2ea7" providerId="LiveId" clId="{DD7B2013-B474-489B-86C8-F3D1363D81CE}" dt="2024-10-23T02:08:28.228" v="1"/>
            <ac:spMkLst>
              <pc:docMk/>
              <pc:sldMasterMk cId="3205120338" sldId="2147483648"/>
              <pc:sldLayoutMk cId="1251434988" sldId="2147483657"/>
              <ac:spMk id="3" creationId="{CA99CE97-7FB2-25E7-B288-03DE56D85A39}"/>
            </ac:spMkLst>
          </pc:spChg>
          <pc:spChg chg="mod">
            <ac:chgData name="Tien Nguyen" userId="ed77cc8591eb2ea7" providerId="LiveId" clId="{DD7B2013-B474-489B-86C8-F3D1363D81CE}" dt="2024-10-23T02:08:28.228" v="1"/>
            <ac:spMkLst>
              <pc:docMk/>
              <pc:sldMasterMk cId="3205120338" sldId="2147483648"/>
              <pc:sldLayoutMk cId="1251434988" sldId="2147483657"/>
              <ac:spMk id="4" creationId="{4275D301-85FE-BDBF-FB5D-B51485703564}"/>
            </ac:spMkLst>
          </pc:spChg>
        </pc:sldLayoutChg>
        <pc:sldLayoutChg chg="modSp">
          <pc:chgData name="Tien Nguyen" userId="ed77cc8591eb2ea7" providerId="LiveId" clId="{DD7B2013-B474-489B-86C8-F3D1363D81CE}" dt="2024-10-23T02:08:28.228" v="1"/>
          <pc:sldLayoutMkLst>
            <pc:docMk/>
            <pc:sldMasterMk cId="3205120338" sldId="2147483648"/>
            <pc:sldLayoutMk cId="3783189249" sldId="2147483659"/>
          </pc:sldLayoutMkLst>
          <pc:spChg chg="mod">
            <ac:chgData name="Tien Nguyen" userId="ed77cc8591eb2ea7" providerId="LiveId" clId="{DD7B2013-B474-489B-86C8-F3D1363D81CE}" dt="2024-10-23T02:08:28.228" v="1"/>
            <ac:spMkLst>
              <pc:docMk/>
              <pc:sldMasterMk cId="3205120338" sldId="2147483648"/>
              <pc:sldLayoutMk cId="3783189249" sldId="2147483659"/>
              <ac:spMk id="2" creationId="{335DAF95-DF35-AD7C-6D6E-218C3F49FFA1}"/>
            </ac:spMkLst>
          </pc:spChg>
          <pc:spChg chg="mod">
            <ac:chgData name="Tien Nguyen" userId="ed77cc8591eb2ea7" providerId="LiveId" clId="{DD7B2013-B474-489B-86C8-F3D1363D81CE}" dt="2024-10-23T02:08:28.228" v="1"/>
            <ac:spMkLst>
              <pc:docMk/>
              <pc:sldMasterMk cId="3205120338" sldId="2147483648"/>
              <pc:sldLayoutMk cId="3783189249" sldId="2147483659"/>
              <ac:spMk id="3" creationId="{7FAA0312-E114-1ACB-14B0-11AE0A41587F}"/>
            </ac:spMkLst>
          </pc:spChg>
        </pc:sldLayoutChg>
      </pc:sldMasterChg>
      <pc:sldMasterChg chg="modSldLayout">
        <pc:chgData name="Tien Nguyen" userId="ed77cc8591eb2ea7" providerId="LiveId" clId="{DD7B2013-B474-489B-86C8-F3D1363D81CE}" dt="2024-10-23T02:14:21.316" v="137" actId="1076"/>
        <pc:sldMasterMkLst>
          <pc:docMk/>
          <pc:sldMasterMk cId="2241965381" sldId="2147483660"/>
        </pc:sldMasterMkLst>
        <pc:sldLayoutChg chg="addSp modSp mod">
          <pc:chgData name="Tien Nguyen" userId="ed77cc8591eb2ea7" providerId="LiveId" clId="{DD7B2013-B474-489B-86C8-F3D1363D81CE}" dt="2024-10-23T02:14:21.316" v="137" actId="1076"/>
          <pc:sldLayoutMkLst>
            <pc:docMk/>
            <pc:sldMasterMk cId="2241965381" sldId="2147483660"/>
            <pc:sldLayoutMk cId="1090129235" sldId="2147483662"/>
          </pc:sldLayoutMkLst>
          <pc:spChg chg="mod">
            <ac:chgData name="Tien Nguyen" userId="ed77cc8591eb2ea7" providerId="LiveId" clId="{DD7B2013-B474-489B-86C8-F3D1363D81CE}" dt="2024-10-23T02:11:15.729" v="121" actId="403"/>
            <ac:spMkLst>
              <pc:docMk/>
              <pc:sldMasterMk cId="2241965381" sldId="2147483660"/>
              <pc:sldLayoutMk cId="1090129235" sldId="2147483662"/>
              <ac:spMk id="3" creationId="{00000000-0000-0000-0000-000000000000}"/>
            </ac:spMkLst>
          </pc:spChg>
          <pc:spChg chg="mod">
            <ac:chgData name="Tien Nguyen" userId="ed77cc8591eb2ea7" providerId="LiveId" clId="{DD7B2013-B474-489B-86C8-F3D1363D81CE}" dt="2024-10-23T02:14:17.500" v="136" actId="1076"/>
            <ac:spMkLst>
              <pc:docMk/>
              <pc:sldMasterMk cId="2241965381" sldId="2147483660"/>
              <pc:sldLayoutMk cId="1090129235" sldId="2147483662"/>
              <ac:spMk id="4" creationId="{00000000-0000-0000-0000-000000000000}"/>
            </ac:spMkLst>
          </pc:spChg>
          <pc:spChg chg="mod">
            <ac:chgData name="Tien Nguyen" userId="ed77cc8591eb2ea7" providerId="LiveId" clId="{DD7B2013-B474-489B-86C8-F3D1363D81CE}" dt="2024-10-23T02:14:15.724" v="135" actId="1076"/>
            <ac:spMkLst>
              <pc:docMk/>
              <pc:sldMasterMk cId="2241965381" sldId="2147483660"/>
              <pc:sldLayoutMk cId="1090129235" sldId="2147483662"/>
              <ac:spMk id="5" creationId="{00000000-0000-0000-0000-000000000000}"/>
            </ac:spMkLst>
          </pc:spChg>
          <pc:spChg chg="mod">
            <ac:chgData name="Tien Nguyen" userId="ed77cc8591eb2ea7" providerId="LiveId" clId="{DD7B2013-B474-489B-86C8-F3D1363D81CE}" dt="2024-10-23T02:14:21.316" v="137" actId="1076"/>
            <ac:spMkLst>
              <pc:docMk/>
              <pc:sldMasterMk cId="2241965381" sldId="2147483660"/>
              <pc:sldLayoutMk cId="1090129235" sldId="2147483662"/>
              <ac:spMk id="6" creationId="{00000000-0000-0000-0000-000000000000}"/>
            </ac:spMkLst>
          </pc:spChg>
          <pc:spChg chg="add mod ord">
            <ac:chgData name="Tien Nguyen" userId="ed77cc8591eb2ea7" providerId="LiveId" clId="{DD7B2013-B474-489B-86C8-F3D1363D81CE}" dt="2024-10-23T02:14:13.083" v="134" actId="1076"/>
            <ac:spMkLst>
              <pc:docMk/>
              <pc:sldMasterMk cId="2241965381" sldId="2147483660"/>
              <pc:sldLayoutMk cId="1090129235" sldId="2147483662"/>
              <ac:spMk id="7" creationId="{011F6892-5ABF-31EC-5DEE-9608C2493C8E}"/>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DF871D-4CF6-4FB4-AF31-787D56477B8B}" type="datetimeFigureOut">
              <a:rPr lang="en-US" smtClean="0"/>
              <a:t>11/13/2024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959F2E-FDEF-4E6B-B9CF-98CD3E0E4F2A}" type="slidenum">
              <a:rPr lang="en-US" smtClean="0"/>
              <a:t>‹#›</a:t>
            </a:fld>
            <a:endParaRPr lang="en-US"/>
          </a:p>
        </p:txBody>
      </p:sp>
    </p:spTree>
    <p:extLst>
      <p:ext uri="{BB962C8B-B14F-4D97-AF65-F5344CB8AC3E}">
        <p14:creationId xmlns:p14="http://schemas.microsoft.com/office/powerpoint/2010/main" val="3666841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class Employee {</a:t>
            </a:r>
          </a:p>
          <a:p>
            <a:r>
              <a:rPr lang="en-US"/>
              <a:t>    private String name;</a:t>
            </a:r>
          </a:p>
          <a:p>
            <a:r>
              <a:rPr lang="en-US"/>
              <a:t>    private int salary;</a:t>
            </a:r>
          </a:p>
          <a:p>
            <a:endParaRPr lang="en-US"/>
          </a:p>
          <a:p>
            <a:r>
              <a:rPr lang="en-US"/>
              <a:t>    // Constructor</a:t>
            </a:r>
          </a:p>
          <a:p>
            <a:r>
              <a:rPr lang="en-US"/>
              <a:t>    public Employee(String name, int salary) {</a:t>
            </a:r>
          </a:p>
          <a:p>
            <a:r>
              <a:rPr lang="en-US"/>
              <a:t>        this.name = name;</a:t>
            </a:r>
          </a:p>
          <a:p>
            <a:r>
              <a:rPr lang="en-US"/>
              <a:t>        this.salary = salary;</a:t>
            </a:r>
          </a:p>
          <a:p>
            <a:r>
              <a:rPr lang="en-US"/>
              <a:t>    }</a:t>
            </a:r>
          </a:p>
          <a:p>
            <a:endParaRPr lang="en-US"/>
          </a:p>
          <a:p>
            <a:r>
              <a:rPr lang="en-US"/>
              <a:t>    // Get the name of the employee</a:t>
            </a:r>
          </a:p>
          <a:p>
            <a:r>
              <a:rPr lang="en-US"/>
              <a:t>    public String getName() {</a:t>
            </a:r>
          </a:p>
          <a:p>
            <a:r>
              <a:rPr lang="en-US"/>
              <a:t>        return name;</a:t>
            </a:r>
          </a:p>
          <a:p>
            <a:r>
              <a:rPr lang="en-US"/>
              <a:t>    }</a:t>
            </a:r>
          </a:p>
          <a:p>
            <a:endParaRPr lang="en-US"/>
          </a:p>
          <a:p>
            <a:r>
              <a:rPr lang="en-US"/>
              <a:t>    // Set the name of the employee</a:t>
            </a:r>
          </a:p>
          <a:p>
            <a:r>
              <a:rPr lang="en-US"/>
              <a:t>    public void setName(String name) {</a:t>
            </a:r>
          </a:p>
          <a:p>
            <a:r>
              <a:rPr lang="en-US"/>
              <a:t>        this.name = name;</a:t>
            </a:r>
          </a:p>
          <a:p>
            <a:r>
              <a:rPr lang="en-US"/>
              <a:t>    }</a:t>
            </a:r>
          </a:p>
          <a:p>
            <a:endParaRPr lang="en-US"/>
          </a:p>
          <a:p>
            <a:r>
              <a:rPr lang="en-US"/>
              <a:t>    // Set salary with too much detail exposed (BAD ABSTRACTION)</a:t>
            </a:r>
          </a:p>
          <a:p>
            <a:r>
              <a:rPr lang="en-US"/>
              <a:t>    public void setSalary(int salary, int taxPercentage, int bonus, int deductions) {</a:t>
            </a:r>
          </a:p>
          <a:p>
            <a:r>
              <a:rPr lang="en-US"/>
              <a:t>        // Exposing too much complexity and calculation details</a:t>
            </a:r>
          </a:p>
          <a:p>
            <a:r>
              <a:rPr lang="en-US"/>
              <a:t>        int netSalary = (salary + bonus) - deductions;</a:t>
            </a:r>
          </a:p>
          <a:p>
            <a:r>
              <a:rPr lang="en-US"/>
              <a:t>        int taxedSalary = netSalary - (netSalary * taxPercentage / 100);</a:t>
            </a:r>
          </a:p>
          <a:p>
            <a:r>
              <a:rPr lang="en-US"/>
              <a:t>        this.salary = taxedSalary;</a:t>
            </a:r>
          </a:p>
          <a:p>
            <a:r>
              <a:rPr lang="en-US"/>
              <a:t>    }</a:t>
            </a:r>
          </a:p>
          <a:p>
            <a:endParaRPr lang="en-US"/>
          </a:p>
          <a:p>
            <a:r>
              <a:rPr lang="en-US"/>
              <a:t>    // Get the salary of the employee</a:t>
            </a:r>
          </a:p>
          <a:p>
            <a:r>
              <a:rPr lang="en-US"/>
              <a:t>    public int getSalary() {</a:t>
            </a:r>
          </a:p>
          <a:p>
            <a:r>
              <a:rPr lang="en-US"/>
              <a:t>        return salary;</a:t>
            </a:r>
          </a:p>
          <a:p>
            <a:r>
              <a:rPr lang="en-US"/>
              <a:t>    }</a:t>
            </a:r>
          </a:p>
          <a:p>
            <a:r>
              <a:rPr lang="en-US"/>
              <a:t>}</a:t>
            </a:r>
          </a:p>
          <a:p>
            <a:endParaRPr lang="en-US"/>
          </a:p>
          <a:p>
            <a:r>
              <a:rPr lang="en-US"/>
              <a:t>public class Main {</a:t>
            </a:r>
          </a:p>
          <a:p>
            <a:r>
              <a:rPr lang="en-US"/>
              <a:t>    public static void main(String[] args) {</a:t>
            </a:r>
          </a:p>
          <a:p>
            <a:r>
              <a:rPr lang="en-US"/>
              <a:t>        // Creating an employee</a:t>
            </a:r>
          </a:p>
          <a:p>
            <a:r>
              <a:rPr lang="en-US"/>
              <a:t>        Employee emp = new Employee("John Doe", 5000);</a:t>
            </a:r>
          </a:p>
          <a:p>
            <a:endParaRPr lang="en-US"/>
          </a:p>
          <a:p>
            <a:r>
              <a:rPr lang="en-US"/>
              <a:t>        // Setting salary with too many details (BAD ABSTRACTION)</a:t>
            </a:r>
          </a:p>
          <a:p>
            <a:r>
              <a:rPr lang="en-US"/>
              <a:t>        emp.setSalary(5000, 20, 500, 100);  // Needs to pass tax, bonus, and deductions manually</a:t>
            </a:r>
          </a:p>
          <a:p>
            <a:endParaRPr lang="en-US"/>
          </a:p>
          <a:p>
            <a:r>
              <a:rPr lang="en-US"/>
              <a:t>        System.out.println("Employee Name: " + emp.getName());</a:t>
            </a:r>
          </a:p>
          <a:p>
            <a:r>
              <a:rPr lang="en-US"/>
              <a:t>        System.out.println("Net Salary: " + emp.getSalary());</a:t>
            </a:r>
          </a:p>
          <a:p>
            <a:r>
              <a:rPr lang="en-US"/>
              <a:t>    }</a:t>
            </a:r>
          </a:p>
          <a:p>
            <a:r>
              <a:rPr lang="en-US"/>
              <a:t>}</a:t>
            </a:r>
          </a:p>
          <a:p>
            <a:endParaRPr lang="en-US"/>
          </a:p>
          <a:p>
            <a:r>
              <a:rPr lang="en-US"/>
              <a:t>class Employee {</a:t>
            </a:r>
          </a:p>
          <a:p>
            <a:r>
              <a:rPr lang="en-US"/>
              <a:t>    private String name;</a:t>
            </a:r>
          </a:p>
          <a:p>
            <a:r>
              <a:rPr lang="en-US"/>
              <a:t>    private int salary;</a:t>
            </a:r>
          </a:p>
          <a:p>
            <a:endParaRPr lang="en-US"/>
          </a:p>
          <a:p>
            <a:r>
              <a:rPr lang="en-US"/>
              <a:t>    // Constructor</a:t>
            </a:r>
          </a:p>
          <a:p>
            <a:r>
              <a:rPr lang="en-US"/>
              <a:t>    public Employee(String name, int salary) {</a:t>
            </a:r>
          </a:p>
          <a:p>
            <a:r>
              <a:rPr lang="en-US"/>
              <a:t>        this.name = name;</a:t>
            </a:r>
          </a:p>
          <a:p>
            <a:r>
              <a:rPr lang="en-US"/>
              <a:t>        this.salary = salary;</a:t>
            </a:r>
          </a:p>
          <a:p>
            <a:r>
              <a:rPr lang="en-US"/>
              <a:t>    }</a:t>
            </a:r>
          </a:p>
          <a:p>
            <a:endParaRPr lang="en-US"/>
          </a:p>
          <a:p>
            <a:r>
              <a:rPr lang="en-US"/>
              <a:t>    // Get the name of the employee</a:t>
            </a:r>
          </a:p>
          <a:p>
            <a:r>
              <a:rPr lang="en-US"/>
              <a:t>    public String getName() {</a:t>
            </a:r>
          </a:p>
          <a:p>
            <a:r>
              <a:rPr lang="en-US"/>
              <a:t>        return name;</a:t>
            </a:r>
          </a:p>
          <a:p>
            <a:r>
              <a:rPr lang="en-US"/>
              <a:t>    }</a:t>
            </a:r>
          </a:p>
          <a:p>
            <a:endParaRPr lang="en-US"/>
          </a:p>
          <a:p>
            <a:r>
              <a:rPr lang="en-US"/>
              <a:t>    // Set only the base salary and abstract away other details (GOOD ABSTRACTION)</a:t>
            </a:r>
          </a:p>
          <a:p>
            <a:r>
              <a:rPr lang="en-US"/>
              <a:t>    public void setSalary(int salary) {</a:t>
            </a:r>
          </a:p>
          <a:p>
            <a:r>
              <a:rPr lang="en-US"/>
              <a:t>        int bonus = calculateBonus(salary);</a:t>
            </a:r>
          </a:p>
          <a:p>
            <a:r>
              <a:rPr lang="en-US"/>
              <a:t>        int deductions = calculateDeductions(salary);</a:t>
            </a:r>
          </a:p>
          <a:p>
            <a:r>
              <a:rPr lang="en-US"/>
              <a:t>        int tax = calculateTax(salary + bonus - deductions);</a:t>
            </a:r>
          </a:p>
          <a:p>
            <a:endParaRPr lang="en-US"/>
          </a:p>
          <a:p>
            <a:r>
              <a:rPr lang="en-US"/>
              <a:t>        this.salary = salary + bonus - deductions - tax; // Final salary calculation</a:t>
            </a:r>
          </a:p>
          <a:p>
            <a:r>
              <a:rPr lang="en-US"/>
              <a:t>    }</a:t>
            </a:r>
          </a:p>
          <a:p>
            <a:endParaRPr lang="en-US"/>
          </a:p>
          <a:p>
            <a:r>
              <a:rPr lang="en-US"/>
              <a:t>    // Private methods abstract the internal calculation complexity (hidden from the user)</a:t>
            </a:r>
          </a:p>
          <a:p>
            <a:r>
              <a:rPr lang="en-US"/>
              <a:t>    private int calculateBonus(int baseSalary) {</a:t>
            </a:r>
          </a:p>
          <a:p>
            <a:r>
              <a:rPr lang="en-US"/>
              <a:t>        return baseSalary * 10 / 100;  // Example bonus calculation (10% of base salary)</a:t>
            </a:r>
          </a:p>
          <a:p>
            <a:r>
              <a:rPr lang="en-US"/>
              <a:t>    }</a:t>
            </a:r>
          </a:p>
          <a:p>
            <a:endParaRPr lang="en-US"/>
          </a:p>
          <a:p>
            <a:r>
              <a:rPr lang="en-US"/>
              <a:t>    private int calculateDeductions(int baseSalary) {</a:t>
            </a:r>
          </a:p>
          <a:p>
            <a:r>
              <a:rPr lang="en-US"/>
              <a:t>        return baseSalary * 5 / 100;  // Example deductions (5% of base salary)</a:t>
            </a:r>
          </a:p>
          <a:p>
            <a:r>
              <a:rPr lang="en-US"/>
              <a:t>    }</a:t>
            </a:r>
          </a:p>
          <a:p>
            <a:endParaRPr lang="en-US"/>
          </a:p>
          <a:p>
            <a:r>
              <a:rPr lang="en-US"/>
              <a:t>    private int calculateTax(int netIncome) {</a:t>
            </a:r>
          </a:p>
          <a:p>
            <a:r>
              <a:rPr lang="en-US"/>
              <a:t>        return netIncome * 20 / 100;  // Example tax calculation (20% of net income)</a:t>
            </a:r>
          </a:p>
          <a:p>
            <a:r>
              <a:rPr lang="en-US"/>
              <a:t>    }</a:t>
            </a:r>
          </a:p>
          <a:p>
            <a:endParaRPr lang="en-US"/>
          </a:p>
          <a:p>
            <a:r>
              <a:rPr lang="en-US"/>
              <a:t>    // Get the salary of the employee</a:t>
            </a:r>
          </a:p>
          <a:p>
            <a:r>
              <a:rPr lang="en-US"/>
              <a:t>    public int getSalary() {</a:t>
            </a:r>
          </a:p>
          <a:p>
            <a:r>
              <a:rPr lang="en-US"/>
              <a:t>        return salary;</a:t>
            </a:r>
          </a:p>
          <a:p>
            <a:r>
              <a:rPr lang="en-US"/>
              <a:t>    }</a:t>
            </a:r>
          </a:p>
          <a:p>
            <a:r>
              <a:rPr lang="en-US"/>
              <a:t>}</a:t>
            </a:r>
          </a:p>
          <a:p>
            <a:endParaRPr lang="en-US"/>
          </a:p>
          <a:p>
            <a:r>
              <a:rPr lang="en-US"/>
              <a:t>public class Main {</a:t>
            </a:r>
          </a:p>
          <a:p>
            <a:r>
              <a:rPr lang="en-US"/>
              <a:t>    public static void main(String[] args) {</a:t>
            </a:r>
          </a:p>
          <a:p>
            <a:r>
              <a:rPr lang="en-US"/>
              <a:t>        // Creating an employee</a:t>
            </a:r>
          </a:p>
          <a:p>
            <a:r>
              <a:rPr lang="en-US"/>
              <a:t>        Employee emp = new Employee("John Doe", 5000);</a:t>
            </a:r>
          </a:p>
          <a:p>
            <a:endParaRPr lang="en-US"/>
          </a:p>
          <a:p>
            <a:r>
              <a:rPr lang="en-US"/>
              <a:t>        // Setting salary with a clean and simple interface</a:t>
            </a:r>
          </a:p>
          <a:p>
            <a:r>
              <a:rPr lang="en-US"/>
              <a:t>        emp.setSalary(5000);  // User doesn't need to pass tax, bonus, or deductions manually</a:t>
            </a:r>
          </a:p>
          <a:p>
            <a:endParaRPr lang="en-US"/>
          </a:p>
          <a:p>
            <a:r>
              <a:rPr lang="en-US"/>
              <a:t>        System.out.println("Employee Name: " + emp.getName());</a:t>
            </a:r>
          </a:p>
          <a:p>
            <a:r>
              <a:rPr lang="en-US"/>
              <a:t>        System.out.println("Net Salary: " + emp.getSalary());</a:t>
            </a:r>
          </a:p>
          <a:p>
            <a:r>
              <a:rPr lang="en-US"/>
              <a:t>    }</a:t>
            </a:r>
          </a:p>
          <a:p>
            <a:r>
              <a:rPr lang="en-US"/>
              <a:t>}</a:t>
            </a:r>
          </a:p>
          <a:p>
            <a:endParaRPr lang="en-US"/>
          </a:p>
        </p:txBody>
      </p:sp>
      <p:sp>
        <p:nvSpPr>
          <p:cNvPr id="4" name="Slide Number Placeholder 3"/>
          <p:cNvSpPr>
            <a:spLocks noGrp="1"/>
          </p:cNvSpPr>
          <p:nvPr>
            <p:ph type="sldNum" sz="quarter" idx="5"/>
          </p:nvPr>
        </p:nvSpPr>
        <p:spPr/>
        <p:txBody>
          <a:bodyPr/>
          <a:lstStyle/>
          <a:p>
            <a:fld id="{4A959F2E-FDEF-4E6B-B9CF-98CD3E0E4F2A}" type="slidenum">
              <a:rPr lang="en-US" smtClean="0"/>
              <a:t>4</a:t>
            </a:fld>
            <a:endParaRPr lang="en-US"/>
          </a:p>
        </p:txBody>
      </p:sp>
    </p:spTree>
    <p:extLst>
      <p:ext uri="{BB962C8B-B14F-4D97-AF65-F5344CB8AC3E}">
        <p14:creationId xmlns:p14="http://schemas.microsoft.com/office/powerpoint/2010/main" val="2533717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class Employee {</a:t>
            </a:r>
          </a:p>
          <a:p>
            <a:r>
              <a:rPr lang="en-US"/>
              <a:t>    private String name;</a:t>
            </a:r>
          </a:p>
          <a:p>
            <a:r>
              <a:rPr lang="en-US"/>
              <a:t>    private int salary;</a:t>
            </a:r>
          </a:p>
          <a:p>
            <a:endParaRPr lang="en-US"/>
          </a:p>
          <a:p>
            <a:r>
              <a:rPr lang="en-US"/>
              <a:t>    // Constructor</a:t>
            </a:r>
          </a:p>
          <a:p>
            <a:r>
              <a:rPr lang="en-US"/>
              <a:t>    public Employee(String name, int salary) {</a:t>
            </a:r>
          </a:p>
          <a:p>
            <a:r>
              <a:rPr lang="en-US"/>
              <a:t>        this.name = name;</a:t>
            </a:r>
          </a:p>
          <a:p>
            <a:r>
              <a:rPr lang="en-US"/>
              <a:t>        this.salary = salary;</a:t>
            </a:r>
          </a:p>
          <a:p>
            <a:r>
              <a:rPr lang="en-US"/>
              <a:t>    }</a:t>
            </a:r>
          </a:p>
          <a:p>
            <a:endParaRPr lang="en-US"/>
          </a:p>
          <a:p>
            <a:r>
              <a:rPr lang="en-US"/>
              <a:t>    // Get the name of the employee</a:t>
            </a:r>
          </a:p>
          <a:p>
            <a:r>
              <a:rPr lang="en-US"/>
              <a:t>    public String getName() {</a:t>
            </a:r>
          </a:p>
          <a:p>
            <a:r>
              <a:rPr lang="en-US"/>
              <a:t>        return name;</a:t>
            </a:r>
          </a:p>
          <a:p>
            <a:r>
              <a:rPr lang="en-US"/>
              <a:t>    }</a:t>
            </a:r>
          </a:p>
          <a:p>
            <a:endParaRPr lang="en-US"/>
          </a:p>
          <a:p>
            <a:r>
              <a:rPr lang="en-US"/>
              <a:t>    // Set the name of the employee</a:t>
            </a:r>
          </a:p>
          <a:p>
            <a:r>
              <a:rPr lang="en-US"/>
              <a:t>    public void setName(String name) {</a:t>
            </a:r>
          </a:p>
          <a:p>
            <a:r>
              <a:rPr lang="en-US"/>
              <a:t>        this.name = name;</a:t>
            </a:r>
          </a:p>
          <a:p>
            <a:r>
              <a:rPr lang="en-US"/>
              <a:t>    }</a:t>
            </a:r>
          </a:p>
          <a:p>
            <a:endParaRPr lang="en-US"/>
          </a:p>
          <a:p>
            <a:r>
              <a:rPr lang="en-US"/>
              <a:t>    // Set salary with too much detail exposed (BAD ABSTRACTION)</a:t>
            </a:r>
          </a:p>
          <a:p>
            <a:r>
              <a:rPr lang="en-US"/>
              <a:t>    public void setSalary(int salary, int taxPercentage, int bonus, int deductions) {</a:t>
            </a:r>
          </a:p>
          <a:p>
            <a:r>
              <a:rPr lang="en-US"/>
              <a:t>        // Exposing too much complexity and calculation details</a:t>
            </a:r>
          </a:p>
          <a:p>
            <a:r>
              <a:rPr lang="en-US"/>
              <a:t>        int netSalary = (salary + bonus) - deductions;</a:t>
            </a:r>
          </a:p>
          <a:p>
            <a:r>
              <a:rPr lang="en-US"/>
              <a:t>        int taxedSalary = netSalary - (netSalary * taxPercentage / 100);</a:t>
            </a:r>
          </a:p>
          <a:p>
            <a:r>
              <a:rPr lang="en-US"/>
              <a:t>        this.salary = taxedSalary;</a:t>
            </a:r>
          </a:p>
          <a:p>
            <a:r>
              <a:rPr lang="en-US"/>
              <a:t>    }</a:t>
            </a:r>
          </a:p>
          <a:p>
            <a:endParaRPr lang="en-US"/>
          </a:p>
          <a:p>
            <a:r>
              <a:rPr lang="en-US"/>
              <a:t>    // Get the salary of the employee</a:t>
            </a:r>
          </a:p>
          <a:p>
            <a:r>
              <a:rPr lang="en-US"/>
              <a:t>    public int getSalary() {</a:t>
            </a:r>
          </a:p>
          <a:p>
            <a:r>
              <a:rPr lang="en-US"/>
              <a:t>        return salary;</a:t>
            </a:r>
          </a:p>
          <a:p>
            <a:r>
              <a:rPr lang="en-US"/>
              <a:t>    }</a:t>
            </a:r>
          </a:p>
          <a:p>
            <a:r>
              <a:rPr lang="en-US"/>
              <a:t>}</a:t>
            </a:r>
          </a:p>
          <a:p>
            <a:endParaRPr lang="en-US"/>
          </a:p>
          <a:p>
            <a:r>
              <a:rPr lang="en-US"/>
              <a:t>public class Main {</a:t>
            </a:r>
          </a:p>
          <a:p>
            <a:r>
              <a:rPr lang="en-US"/>
              <a:t>    public static void main(String[] args) {</a:t>
            </a:r>
          </a:p>
          <a:p>
            <a:r>
              <a:rPr lang="en-US"/>
              <a:t>        // Creating an employee</a:t>
            </a:r>
          </a:p>
          <a:p>
            <a:r>
              <a:rPr lang="en-US"/>
              <a:t>        Employee emp = new Employee("John Doe", 5000);</a:t>
            </a:r>
          </a:p>
          <a:p>
            <a:endParaRPr lang="en-US"/>
          </a:p>
          <a:p>
            <a:r>
              <a:rPr lang="en-US"/>
              <a:t>        // Setting salary with too many details (BAD ABSTRACTION)</a:t>
            </a:r>
          </a:p>
          <a:p>
            <a:r>
              <a:rPr lang="en-US"/>
              <a:t>        emp.setSalary(5000, 20, 500, 100);  // Needs to pass tax, bonus, and deductions manually</a:t>
            </a:r>
          </a:p>
          <a:p>
            <a:endParaRPr lang="en-US"/>
          </a:p>
          <a:p>
            <a:r>
              <a:rPr lang="en-US"/>
              <a:t>        System.out.println("Employee Name: " + emp.getName());</a:t>
            </a:r>
          </a:p>
          <a:p>
            <a:r>
              <a:rPr lang="en-US"/>
              <a:t>        System.out.println("Net Salary: " + emp.getSalary());</a:t>
            </a:r>
          </a:p>
          <a:p>
            <a:r>
              <a:rPr lang="en-US"/>
              <a:t>    }</a:t>
            </a:r>
          </a:p>
          <a:p>
            <a:r>
              <a:rPr lang="en-US"/>
              <a:t>}</a:t>
            </a:r>
          </a:p>
          <a:p>
            <a:endParaRPr lang="en-US"/>
          </a:p>
          <a:p>
            <a:r>
              <a:rPr lang="en-US"/>
              <a:t>class Employee {</a:t>
            </a:r>
          </a:p>
          <a:p>
            <a:r>
              <a:rPr lang="en-US"/>
              <a:t>    private String name;</a:t>
            </a:r>
          </a:p>
          <a:p>
            <a:r>
              <a:rPr lang="en-US"/>
              <a:t>    private int salary;</a:t>
            </a:r>
          </a:p>
          <a:p>
            <a:endParaRPr lang="en-US"/>
          </a:p>
          <a:p>
            <a:r>
              <a:rPr lang="en-US"/>
              <a:t>    // Constructor</a:t>
            </a:r>
          </a:p>
          <a:p>
            <a:r>
              <a:rPr lang="en-US"/>
              <a:t>    public Employee(String name, int salary) {</a:t>
            </a:r>
          </a:p>
          <a:p>
            <a:r>
              <a:rPr lang="en-US"/>
              <a:t>        this.name = name;</a:t>
            </a:r>
          </a:p>
          <a:p>
            <a:r>
              <a:rPr lang="en-US"/>
              <a:t>        this.salary = salary;</a:t>
            </a:r>
          </a:p>
          <a:p>
            <a:r>
              <a:rPr lang="en-US"/>
              <a:t>    }</a:t>
            </a:r>
          </a:p>
          <a:p>
            <a:endParaRPr lang="en-US"/>
          </a:p>
          <a:p>
            <a:r>
              <a:rPr lang="en-US"/>
              <a:t>    // Get the name of the employee</a:t>
            </a:r>
          </a:p>
          <a:p>
            <a:r>
              <a:rPr lang="en-US"/>
              <a:t>    public String getName() {</a:t>
            </a:r>
          </a:p>
          <a:p>
            <a:r>
              <a:rPr lang="en-US"/>
              <a:t>        return name;</a:t>
            </a:r>
          </a:p>
          <a:p>
            <a:r>
              <a:rPr lang="en-US"/>
              <a:t>    }</a:t>
            </a:r>
          </a:p>
          <a:p>
            <a:endParaRPr lang="en-US"/>
          </a:p>
          <a:p>
            <a:r>
              <a:rPr lang="en-US"/>
              <a:t>    // Set only the base salary and abstract away other details (GOOD ABSTRACTION)</a:t>
            </a:r>
          </a:p>
          <a:p>
            <a:r>
              <a:rPr lang="en-US"/>
              <a:t>    public void setSalary(int salary) {</a:t>
            </a:r>
          </a:p>
          <a:p>
            <a:r>
              <a:rPr lang="en-US"/>
              <a:t>        int bonus = calculateBonus(salary);</a:t>
            </a:r>
          </a:p>
          <a:p>
            <a:r>
              <a:rPr lang="en-US"/>
              <a:t>        int deductions = calculateDeductions(salary);</a:t>
            </a:r>
          </a:p>
          <a:p>
            <a:r>
              <a:rPr lang="en-US"/>
              <a:t>        int tax = calculateTax(salary + bonus - deductions);</a:t>
            </a:r>
          </a:p>
          <a:p>
            <a:endParaRPr lang="en-US"/>
          </a:p>
          <a:p>
            <a:r>
              <a:rPr lang="en-US"/>
              <a:t>        this.salary = salary + bonus - deductions - tax; // Final salary calculation</a:t>
            </a:r>
          </a:p>
          <a:p>
            <a:r>
              <a:rPr lang="en-US"/>
              <a:t>    }</a:t>
            </a:r>
          </a:p>
          <a:p>
            <a:endParaRPr lang="en-US"/>
          </a:p>
          <a:p>
            <a:r>
              <a:rPr lang="en-US"/>
              <a:t>    // Private methods abstract the internal calculation complexity (hidden from the user)</a:t>
            </a:r>
          </a:p>
          <a:p>
            <a:r>
              <a:rPr lang="en-US"/>
              <a:t>    private int calculateBonus(int baseSalary) {</a:t>
            </a:r>
          </a:p>
          <a:p>
            <a:r>
              <a:rPr lang="en-US"/>
              <a:t>        return baseSalary * 10 / 100;  // Example bonus calculation (10% of base salary)</a:t>
            </a:r>
          </a:p>
          <a:p>
            <a:r>
              <a:rPr lang="en-US"/>
              <a:t>    }</a:t>
            </a:r>
          </a:p>
          <a:p>
            <a:endParaRPr lang="en-US"/>
          </a:p>
          <a:p>
            <a:r>
              <a:rPr lang="en-US"/>
              <a:t>    private int calculateDeductions(int baseSalary) {</a:t>
            </a:r>
          </a:p>
          <a:p>
            <a:r>
              <a:rPr lang="en-US"/>
              <a:t>        return baseSalary * 5 / 100;  // Example deductions (5% of base salary)</a:t>
            </a:r>
          </a:p>
          <a:p>
            <a:r>
              <a:rPr lang="en-US"/>
              <a:t>    }</a:t>
            </a:r>
          </a:p>
          <a:p>
            <a:endParaRPr lang="en-US"/>
          </a:p>
          <a:p>
            <a:r>
              <a:rPr lang="en-US"/>
              <a:t>    private int calculateTax(int netIncome) {</a:t>
            </a:r>
          </a:p>
          <a:p>
            <a:r>
              <a:rPr lang="en-US"/>
              <a:t>        return netIncome * 20 / 100;  // Example tax calculation (20% of net income)</a:t>
            </a:r>
          </a:p>
          <a:p>
            <a:r>
              <a:rPr lang="en-US"/>
              <a:t>    }</a:t>
            </a:r>
          </a:p>
          <a:p>
            <a:endParaRPr lang="en-US"/>
          </a:p>
          <a:p>
            <a:r>
              <a:rPr lang="en-US"/>
              <a:t>    // Get the salary of the employee</a:t>
            </a:r>
          </a:p>
          <a:p>
            <a:r>
              <a:rPr lang="en-US"/>
              <a:t>    public int getSalary() {</a:t>
            </a:r>
          </a:p>
          <a:p>
            <a:r>
              <a:rPr lang="en-US"/>
              <a:t>        return salary;</a:t>
            </a:r>
          </a:p>
          <a:p>
            <a:r>
              <a:rPr lang="en-US"/>
              <a:t>    }</a:t>
            </a:r>
          </a:p>
          <a:p>
            <a:r>
              <a:rPr lang="en-US"/>
              <a:t>}</a:t>
            </a:r>
          </a:p>
          <a:p>
            <a:endParaRPr lang="en-US"/>
          </a:p>
          <a:p>
            <a:r>
              <a:rPr lang="en-US"/>
              <a:t>public class Main {</a:t>
            </a:r>
          </a:p>
          <a:p>
            <a:r>
              <a:rPr lang="en-US"/>
              <a:t>    public static void main(String[] args) {</a:t>
            </a:r>
          </a:p>
          <a:p>
            <a:r>
              <a:rPr lang="en-US"/>
              <a:t>        // Creating an employee</a:t>
            </a:r>
          </a:p>
          <a:p>
            <a:r>
              <a:rPr lang="en-US"/>
              <a:t>        Employee emp = new Employee("John Doe", 5000);</a:t>
            </a:r>
          </a:p>
          <a:p>
            <a:endParaRPr lang="en-US"/>
          </a:p>
          <a:p>
            <a:r>
              <a:rPr lang="en-US"/>
              <a:t>        // Setting salary with a clean and simple interface</a:t>
            </a:r>
          </a:p>
          <a:p>
            <a:r>
              <a:rPr lang="en-US"/>
              <a:t>        emp.setSalary(5000);  // User doesn't need to pass tax, bonus, or deductions manually</a:t>
            </a:r>
          </a:p>
          <a:p>
            <a:endParaRPr lang="en-US"/>
          </a:p>
          <a:p>
            <a:r>
              <a:rPr lang="en-US"/>
              <a:t>        System.out.println("Employee Name: " + emp.getName());</a:t>
            </a:r>
          </a:p>
          <a:p>
            <a:r>
              <a:rPr lang="en-US"/>
              <a:t>        System.out.println("Net Salary: " + emp.getSalary());</a:t>
            </a:r>
          </a:p>
          <a:p>
            <a:r>
              <a:rPr lang="en-US"/>
              <a:t>    }</a:t>
            </a:r>
          </a:p>
          <a:p>
            <a:r>
              <a:rPr lang="en-US"/>
              <a:t>}</a:t>
            </a:r>
          </a:p>
          <a:p>
            <a:endParaRPr lang="en-US"/>
          </a:p>
          <a:p>
            <a:endParaRPr lang="en-US"/>
          </a:p>
        </p:txBody>
      </p:sp>
      <p:sp>
        <p:nvSpPr>
          <p:cNvPr id="4" name="Slide Number Placeholder 3"/>
          <p:cNvSpPr>
            <a:spLocks noGrp="1"/>
          </p:cNvSpPr>
          <p:nvPr>
            <p:ph type="sldNum" sz="quarter" idx="5"/>
          </p:nvPr>
        </p:nvSpPr>
        <p:spPr/>
        <p:txBody>
          <a:bodyPr/>
          <a:lstStyle/>
          <a:p>
            <a:fld id="{4A959F2E-FDEF-4E6B-B9CF-98CD3E0E4F2A}" type="slidenum">
              <a:rPr lang="en-US" smtClean="0"/>
              <a:t>9</a:t>
            </a:fld>
            <a:endParaRPr lang="en-US"/>
          </a:p>
        </p:txBody>
      </p:sp>
    </p:spTree>
    <p:extLst>
      <p:ext uri="{BB962C8B-B14F-4D97-AF65-F5344CB8AC3E}">
        <p14:creationId xmlns:p14="http://schemas.microsoft.com/office/powerpoint/2010/main" val="539410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A9B3940F-0DF0-275B-A775-FF7A9D808E57}"/>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a16="http://schemas.microsoft.com/office/drawing/2014/main" id="{2786914A-97B8-3FCD-DC69-1ADAAFD5A10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7412" name="Slide Number Placeholder 3">
            <a:extLst>
              <a:ext uri="{FF2B5EF4-FFF2-40B4-BE49-F238E27FC236}">
                <a16:creationId xmlns:a16="http://schemas.microsoft.com/office/drawing/2014/main" id="{FB6A3F15-C669-0EF2-B4C6-24BEB3FC072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4439FF6-DE4E-411D-BF9A-361345155582}" type="slidenum">
              <a:rPr kumimoji="0" lang="en-US" altLang="en-US"/>
              <a:pPr>
                <a:spcBef>
                  <a:spcPct val="0"/>
                </a:spcBef>
              </a:pPr>
              <a:t>21</a:t>
            </a:fld>
            <a:endParaRPr kumimoji="0"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84E05B0E-0F21-995C-C3A6-6F8C48E732E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3D818B33-E906-0EDE-6720-0158A315B6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9460" name="Slide Number Placeholder 3">
            <a:extLst>
              <a:ext uri="{FF2B5EF4-FFF2-40B4-BE49-F238E27FC236}">
                <a16:creationId xmlns:a16="http://schemas.microsoft.com/office/drawing/2014/main" id="{91FEB020-8F65-A7F6-893F-FB0AE1E0908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9F5F1D6-F9F1-4D3A-93DE-F57E41D42629}" type="slidenum">
              <a:rPr kumimoji="0" lang="en-US" altLang="en-US"/>
              <a:pPr>
                <a:spcBef>
                  <a:spcPct val="0"/>
                </a:spcBef>
              </a:pPr>
              <a:t>22</a:t>
            </a:fld>
            <a:endParaRPr kumimoji="0"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3F7364F8-423F-4FD7-A548-A684A6A03AEB}"/>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13DA2758-C1AB-0B3D-1F13-097F4A0BCE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1508" name="Slide Number Placeholder 3">
            <a:extLst>
              <a:ext uri="{FF2B5EF4-FFF2-40B4-BE49-F238E27FC236}">
                <a16:creationId xmlns:a16="http://schemas.microsoft.com/office/drawing/2014/main" id="{4283FAB8-0BD1-B324-3121-0852196754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155DC65-577E-4689-BB80-66BDA8E4AD97}" type="slidenum">
              <a:rPr kumimoji="0" lang="en-US" altLang="en-US"/>
              <a:pPr>
                <a:spcBef>
                  <a:spcPct val="0"/>
                </a:spcBef>
              </a:pPr>
              <a:t>23</a:t>
            </a:fld>
            <a:endParaRPr kumimoji="0"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0E000616-67A9-4AE0-5BC2-D9C328433453}"/>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5576D1BC-C2C5-14D2-A841-9C5C59DC69D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4580" name="Slide Number Placeholder 3">
            <a:extLst>
              <a:ext uri="{FF2B5EF4-FFF2-40B4-BE49-F238E27FC236}">
                <a16:creationId xmlns:a16="http://schemas.microsoft.com/office/drawing/2014/main" id="{3E943850-717F-C04D-FD02-7441BB3E7E2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025AECB3-FF58-4C0F-BF3D-62F8B51FF287}" type="slidenum">
              <a:rPr kumimoji="0" lang="en-US" altLang="en-US"/>
              <a:pPr>
                <a:spcBef>
                  <a:spcPct val="0"/>
                </a:spcBef>
              </a:pPr>
              <a:t>25</a:t>
            </a:fld>
            <a:endParaRPr kumimoji="0"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B1CFA688-2302-07D0-09D2-E71400E6F219}"/>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a16="http://schemas.microsoft.com/office/drawing/2014/main" id="{CA4A763B-B7C0-28E6-0446-54901AF049B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6628" name="Slide Number Placeholder 3">
            <a:extLst>
              <a:ext uri="{FF2B5EF4-FFF2-40B4-BE49-F238E27FC236}">
                <a16:creationId xmlns:a16="http://schemas.microsoft.com/office/drawing/2014/main" id="{57AA2493-93E1-8A61-1DA8-FA95D134D96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EF10E0F-5B90-4538-81BE-AF95328DF343}" type="slidenum">
              <a:rPr kumimoji="0" lang="en-US" altLang="en-US"/>
              <a:pPr>
                <a:spcBef>
                  <a:spcPct val="0"/>
                </a:spcBef>
              </a:pPr>
              <a:t>26</a:t>
            </a:fld>
            <a:endParaRPr kumimoji="0"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C9521333-C9D5-D96D-DFC0-D8339B4C2605}"/>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9AA0B8D4-C47C-C163-7052-39E60CA271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28676" name="Slide Number Placeholder 3">
            <a:extLst>
              <a:ext uri="{FF2B5EF4-FFF2-40B4-BE49-F238E27FC236}">
                <a16:creationId xmlns:a16="http://schemas.microsoft.com/office/drawing/2014/main" id="{96E63278-1A33-3CE3-A97D-9D98A33E03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9B5D94C-48F7-4AEF-80E8-BAB1E5075E24}" type="slidenum">
              <a:rPr kumimoji="0" lang="en-US" altLang="en-US"/>
              <a:pPr>
                <a:spcBef>
                  <a:spcPct val="0"/>
                </a:spcBef>
              </a:pPr>
              <a:t>27</a:t>
            </a:fld>
            <a:endParaRPr kumimoji="0"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6B2B5418-4D9F-DA04-1440-F61F96113738}"/>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E0339014-0B60-298F-4661-69B3EB7C75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0724" name="Slide Number Placeholder 3">
            <a:extLst>
              <a:ext uri="{FF2B5EF4-FFF2-40B4-BE49-F238E27FC236}">
                <a16:creationId xmlns:a16="http://schemas.microsoft.com/office/drawing/2014/main" id="{FFCD2410-0E6A-A18C-9683-A9E7E83560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3D134D25-0383-4929-8BCD-3E0D0622D37E}" type="slidenum">
              <a:rPr kumimoji="0" lang="en-US" altLang="en-US"/>
              <a:pPr>
                <a:spcBef>
                  <a:spcPct val="0"/>
                </a:spcBef>
              </a:pPr>
              <a:t>28</a:t>
            </a:fld>
            <a:endParaRPr kumimoji="0"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92D441E0-ECBB-192C-6E94-2F324DFFF4B3}"/>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7F1B9CB3-6779-FC41-682F-A188A7C38E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2772" name="Slide Number Placeholder 3">
            <a:extLst>
              <a:ext uri="{FF2B5EF4-FFF2-40B4-BE49-F238E27FC236}">
                <a16:creationId xmlns:a16="http://schemas.microsoft.com/office/drawing/2014/main" id="{F8AAC47D-4D39-97D6-ADB7-077B179DEC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F0D7980F-ADC5-4196-B452-4025BE2D8DC1}" type="slidenum">
              <a:rPr kumimoji="0" lang="en-US" altLang="en-US"/>
              <a:pPr>
                <a:spcBef>
                  <a:spcPct val="0"/>
                </a:spcBef>
              </a:pPr>
              <a:t>29</a:t>
            </a:fld>
            <a:endParaRPr kumimoji="0"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30FB69F6-8BF6-9578-92E7-37BAA9FDFA63}"/>
              </a:ext>
            </a:extLst>
          </p:cNvPr>
          <p:cNvSpPr>
            <a:spLocks noGrp="1" noRot="1" noChangeAspect="1" noChangeArrowheads="1" noTextEdit="1"/>
          </p:cNvSpPr>
          <p:nvPr>
            <p:ph type="sldImg"/>
          </p:nvPr>
        </p:nvSpPr>
        <p:spPr>
          <a:ln/>
        </p:spPr>
      </p:sp>
      <p:sp>
        <p:nvSpPr>
          <p:cNvPr id="34819" name="Notes Placeholder 2">
            <a:extLst>
              <a:ext uri="{FF2B5EF4-FFF2-40B4-BE49-F238E27FC236}">
                <a16:creationId xmlns:a16="http://schemas.microsoft.com/office/drawing/2014/main" id="{BAEAFA5E-0B04-D926-00AC-5C4615D0C1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4820" name="Slide Number Placeholder 3">
            <a:extLst>
              <a:ext uri="{FF2B5EF4-FFF2-40B4-BE49-F238E27FC236}">
                <a16:creationId xmlns:a16="http://schemas.microsoft.com/office/drawing/2014/main" id="{7DFE1713-9D40-0974-455A-68939A898E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FF345FA-B835-4621-942A-C8721B4BBCB7}" type="slidenum">
              <a:rPr kumimoji="0" lang="en-US" altLang="en-US"/>
              <a:pPr>
                <a:spcBef>
                  <a:spcPct val="0"/>
                </a:spcBef>
              </a:pPr>
              <a:t>30</a:t>
            </a:fld>
            <a:endParaRPr kumimoji="0"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8DFBDD34-35F8-D7AA-B7B8-0C663FDA0CFF}"/>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FE3FB701-7600-FF6A-B7ED-A9901AC61F4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7892" name="Slide Number Placeholder 3">
            <a:extLst>
              <a:ext uri="{FF2B5EF4-FFF2-40B4-BE49-F238E27FC236}">
                <a16:creationId xmlns:a16="http://schemas.microsoft.com/office/drawing/2014/main" id="{94106F25-0E95-3768-7753-8FB417A4D51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B23CB54-030F-458F-B8B5-2FEB84BA5DEF}" type="slidenum">
              <a:rPr kumimoji="0" lang="en-US" altLang="en-US"/>
              <a:pPr>
                <a:spcBef>
                  <a:spcPct val="0"/>
                </a:spcBef>
              </a:pPr>
              <a:t>32</a:t>
            </a:fld>
            <a:endParaRPr kumimoji="0"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5FEBD730-63C6-87A0-379F-0FC7E7FB2483}"/>
              </a:ext>
            </a:extLst>
          </p:cNvPr>
          <p:cNvSpPr>
            <a:spLocks noGrp="1" noRot="1" noChangeAspect="1" noChangeArrowheads="1" noTextEdit="1"/>
          </p:cNvSpPr>
          <p:nvPr>
            <p:ph type="sldImg"/>
          </p:nvPr>
        </p:nvSpPr>
        <p:spPr>
          <a:ln/>
        </p:spPr>
      </p:sp>
      <p:sp>
        <p:nvSpPr>
          <p:cNvPr id="39939" name="Notes Placeholder 2">
            <a:extLst>
              <a:ext uri="{FF2B5EF4-FFF2-40B4-BE49-F238E27FC236}">
                <a16:creationId xmlns:a16="http://schemas.microsoft.com/office/drawing/2014/main" id="{36F859DE-3D59-EE27-F858-45C7871D0B2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9940" name="Slide Number Placeholder 3">
            <a:extLst>
              <a:ext uri="{FF2B5EF4-FFF2-40B4-BE49-F238E27FC236}">
                <a16:creationId xmlns:a16="http://schemas.microsoft.com/office/drawing/2014/main" id="{6122B123-1778-FEB2-1292-5FE96420327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FCA75E1-3280-4B39-8383-AFFD3CB750D6}" type="slidenum">
              <a:rPr kumimoji="0" lang="en-US" altLang="en-US"/>
              <a:pPr>
                <a:spcBef>
                  <a:spcPct val="0"/>
                </a:spcBef>
              </a:pPr>
              <a:t>33</a:t>
            </a:fld>
            <a:endParaRPr kumimoji="0"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8D8C6E84-BDAC-C706-28C2-AC1692843BAE}"/>
              </a:ext>
            </a:extLst>
          </p:cNvPr>
          <p:cNvSpPr>
            <a:spLocks noGrp="1" noRot="1" noChangeAspect="1" noChangeArrowheads="1" noTextEdit="1"/>
          </p:cNvSpPr>
          <p:nvPr>
            <p:ph type="sldImg"/>
          </p:nvPr>
        </p:nvSpPr>
        <p:spPr>
          <a:ln/>
        </p:spPr>
      </p:sp>
      <p:sp>
        <p:nvSpPr>
          <p:cNvPr id="41987" name="Notes Placeholder 2">
            <a:extLst>
              <a:ext uri="{FF2B5EF4-FFF2-40B4-BE49-F238E27FC236}">
                <a16:creationId xmlns:a16="http://schemas.microsoft.com/office/drawing/2014/main" id="{81FD34C0-3C22-99F3-28A6-7612BD1A62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1988" name="Slide Number Placeholder 3">
            <a:extLst>
              <a:ext uri="{FF2B5EF4-FFF2-40B4-BE49-F238E27FC236}">
                <a16:creationId xmlns:a16="http://schemas.microsoft.com/office/drawing/2014/main" id="{1373A7BE-8993-AC56-C5C4-1243DA6239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DE01579-67AA-4484-8325-CD771533053F}" type="slidenum">
              <a:rPr kumimoji="0" lang="en-US" altLang="en-US"/>
              <a:pPr>
                <a:spcBef>
                  <a:spcPct val="0"/>
                </a:spcBef>
              </a:pPr>
              <a:t>34</a:t>
            </a:fld>
            <a:endParaRPr kumimoji="0"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B66BF037-E0FB-9841-EE5C-CC4EFAA03476}"/>
              </a:ext>
            </a:extLst>
          </p:cNvPr>
          <p:cNvSpPr>
            <a:spLocks noGrp="1" noRot="1" noChangeAspect="1" noChangeArrowheads="1" noTextEdit="1"/>
          </p:cNvSpPr>
          <p:nvPr>
            <p:ph type="sldImg"/>
          </p:nvPr>
        </p:nvSpPr>
        <p:spPr>
          <a:ln/>
        </p:spPr>
      </p:sp>
      <p:sp>
        <p:nvSpPr>
          <p:cNvPr id="44035" name="Notes Placeholder 2">
            <a:extLst>
              <a:ext uri="{FF2B5EF4-FFF2-40B4-BE49-F238E27FC236}">
                <a16:creationId xmlns:a16="http://schemas.microsoft.com/office/drawing/2014/main" id="{165D871F-FDD2-FD46-EC38-181E12985C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4036" name="Slide Number Placeholder 3">
            <a:extLst>
              <a:ext uri="{FF2B5EF4-FFF2-40B4-BE49-F238E27FC236}">
                <a16:creationId xmlns:a16="http://schemas.microsoft.com/office/drawing/2014/main" id="{490DFD42-672E-E32C-6F28-D65DD259F00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E73E30EC-ED69-4059-8D2C-C9CA4F89D310}" type="slidenum">
              <a:rPr kumimoji="0" lang="en-US" altLang="en-US"/>
              <a:pPr>
                <a:spcBef>
                  <a:spcPct val="0"/>
                </a:spcBef>
              </a:pPr>
              <a:t>35</a:t>
            </a:fld>
            <a:endParaRPr kumimoji="0"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DB98A091-38AB-241A-B52D-63D22B62371C}"/>
              </a:ext>
            </a:extLst>
          </p:cNvPr>
          <p:cNvSpPr>
            <a:spLocks noGrp="1" noRot="1" noChangeAspect="1" noChangeArrowheads="1" noTextEdit="1"/>
          </p:cNvSpPr>
          <p:nvPr>
            <p:ph type="sldImg"/>
          </p:nvPr>
        </p:nvSpPr>
        <p:spPr>
          <a:ln/>
        </p:spPr>
      </p:sp>
      <p:sp>
        <p:nvSpPr>
          <p:cNvPr id="46083" name="Notes Placeholder 2">
            <a:extLst>
              <a:ext uri="{FF2B5EF4-FFF2-40B4-BE49-F238E27FC236}">
                <a16:creationId xmlns:a16="http://schemas.microsoft.com/office/drawing/2014/main" id="{EF860D15-2F97-2C00-4ED7-29BA94117C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6084" name="Slide Number Placeholder 3">
            <a:extLst>
              <a:ext uri="{FF2B5EF4-FFF2-40B4-BE49-F238E27FC236}">
                <a16:creationId xmlns:a16="http://schemas.microsoft.com/office/drawing/2014/main" id="{1E74FD7D-6F0B-F8AB-4254-C6741800743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E3C4335-8BD6-4D88-A19C-A50DE4687539}" type="slidenum">
              <a:rPr kumimoji="0" lang="en-US" altLang="en-US"/>
              <a:pPr>
                <a:spcBef>
                  <a:spcPct val="0"/>
                </a:spcBef>
              </a:pPr>
              <a:t>36</a:t>
            </a:fld>
            <a:endParaRPr kumimoji="0"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BF8AF867-9A5C-0066-CC63-EFD10B2D4F47}"/>
              </a:ext>
            </a:extLst>
          </p:cNvPr>
          <p:cNvSpPr>
            <a:spLocks noGrp="1" noRot="1" noChangeAspect="1" noChangeArrowheads="1" noTextEdit="1"/>
          </p:cNvSpPr>
          <p:nvPr>
            <p:ph type="sldImg"/>
          </p:nvPr>
        </p:nvSpPr>
        <p:spPr>
          <a:ln/>
        </p:spPr>
      </p:sp>
      <p:sp>
        <p:nvSpPr>
          <p:cNvPr id="48131" name="Notes Placeholder 2">
            <a:extLst>
              <a:ext uri="{FF2B5EF4-FFF2-40B4-BE49-F238E27FC236}">
                <a16:creationId xmlns:a16="http://schemas.microsoft.com/office/drawing/2014/main" id="{B7B50863-B500-B4F2-6B0F-8FDE4F93E9D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8132" name="Slide Number Placeholder 3">
            <a:extLst>
              <a:ext uri="{FF2B5EF4-FFF2-40B4-BE49-F238E27FC236}">
                <a16:creationId xmlns:a16="http://schemas.microsoft.com/office/drawing/2014/main" id="{83688C1F-67AA-15BC-B988-40DDA220F3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6B14F2A-E139-4B5B-9CEF-E9AFE5EF21CB}" type="slidenum">
              <a:rPr kumimoji="0" lang="en-US" altLang="en-US"/>
              <a:pPr>
                <a:spcBef>
                  <a:spcPct val="0"/>
                </a:spcBef>
              </a:pPr>
              <a:t>37</a:t>
            </a:fld>
            <a:endParaRPr kumimoji="0"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15E990C7-B6CC-A9D6-9587-F8C44CD036CE}"/>
              </a:ext>
            </a:extLst>
          </p:cNvPr>
          <p:cNvSpPr>
            <a:spLocks noGrp="1" noRot="1" noChangeAspect="1" noChangeArrowheads="1" noTextEdit="1"/>
          </p:cNvSpPr>
          <p:nvPr>
            <p:ph type="sldImg"/>
          </p:nvPr>
        </p:nvSpPr>
        <p:spPr>
          <a:ln/>
        </p:spPr>
      </p:sp>
      <p:sp>
        <p:nvSpPr>
          <p:cNvPr id="50179" name="Notes Placeholder 2">
            <a:extLst>
              <a:ext uri="{FF2B5EF4-FFF2-40B4-BE49-F238E27FC236}">
                <a16:creationId xmlns:a16="http://schemas.microsoft.com/office/drawing/2014/main" id="{E10A4FE4-4033-804F-5AF6-2F9B21CD261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0180" name="Slide Number Placeholder 3">
            <a:extLst>
              <a:ext uri="{FF2B5EF4-FFF2-40B4-BE49-F238E27FC236}">
                <a16:creationId xmlns:a16="http://schemas.microsoft.com/office/drawing/2014/main" id="{50B08C26-03BA-C1DB-B131-BDA8646D33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634ACDD-1894-4691-9E1F-5888476BB251}" type="slidenum">
              <a:rPr kumimoji="0" lang="en-US" altLang="en-US"/>
              <a:pPr>
                <a:spcBef>
                  <a:spcPct val="0"/>
                </a:spcBef>
              </a:pPr>
              <a:t>38</a:t>
            </a:fld>
            <a:endParaRPr kumimoji="0"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27CB42D7-BF94-9566-E1C1-6F8AB14057EA}"/>
              </a:ext>
            </a:extLst>
          </p:cNvPr>
          <p:cNvSpPr>
            <a:spLocks noGrp="1" noRot="1" noChangeAspect="1" noChangeArrowheads="1" noTextEdit="1"/>
          </p:cNvSpPr>
          <p:nvPr>
            <p:ph type="sldImg"/>
          </p:nvPr>
        </p:nvSpPr>
        <p:spPr>
          <a:ln/>
        </p:spPr>
      </p:sp>
      <p:sp>
        <p:nvSpPr>
          <p:cNvPr id="54275" name="Notes Placeholder 2">
            <a:extLst>
              <a:ext uri="{FF2B5EF4-FFF2-40B4-BE49-F238E27FC236}">
                <a16:creationId xmlns:a16="http://schemas.microsoft.com/office/drawing/2014/main" id="{8CB05164-9DA6-2CE3-9F04-EFFD7B79CA9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4276" name="Slide Number Placeholder 3">
            <a:extLst>
              <a:ext uri="{FF2B5EF4-FFF2-40B4-BE49-F238E27FC236}">
                <a16:creationId xmlns:a16="http://schemas.microsoft.com/office/drawing/2014/main" id="{AF059399-C74E-435D-D4E2-FA04066095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69D29FB-8467-4ED9-A323-B235615E5804}" type="slidenum">
              <a:rPr kumimoji="0" lang="en-US" altLang="en-US"/>
              <a:pPr>
                <a:spcBef>
                  <a:spcPct val="0"/>
                </a:spcBef>
              </a:pPr>
              <a:t>41</a:t>
            </a:fld>
            <a:endParaRPr kumimoji="0"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7A2407E5-DA74-472D-C3A0-86A9575439CF}"/>
              </a:ext>
            </a:extLst>
          </p:cNvPr>
          <p:cNvSpPr>
            <a:spLocks noGrp="1" noRot="1" noChangeAspect="1" noChangeArrowheads="1" noTextEdit="1"/>
          </p:cNvSpPr>
          <p:nvPr>
            <p:ph type="sldImg"/>
          </p:nvPr>
        </p:nvSpPr>
        <p:spPr>
          <a:ln/>
        </p:spPr>
      </p:sp>
      <p:sp>
        <p:nvSpPr>
          <p:cNvPr id="56323" name="Notes Placeholder 2">
            <a:extLst>
              <a:ext uri="{FF2B5EF4-FFF2-40B4-BE49-F238E27FC236}">
                <a16:creationId xmlns:a16="http://schemas.microsoft.com/office/drawing/2014/main" id="{280D5536-F874-927C-4F5D-7A473C774D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6324" name="Slide Number Placeholder 3">
            <a:extLst>
              <a:ext uri="{FF2B5EF4-FFF2-40B4-BE49-F238E27FC236}">
                <a16:creationId xmlns:a16="http://schemas.microsoft.com/office/drawing/2014/main" id="{CA8248B9-4AAC-E54B-9275-AB2EED65F0B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B643C34-ABC1-4D64-BD44-7E1D214C6128}" type="slidenum">
              <a:rPr kumimoji="0" lang="en-US" altLang="en-US"/>
              <a:pPr>
                <a:spcBef>
                  <a:spcPct val="0"/>
                </a:spcBef>
              </a:pPr>
              <a:t>42</a:t>
            </a:fld>
            <a:endParaRPr kumimoji="0"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D2633D3E-6C6A-AFCF-1BDC-0C34426E9A66}"/>
              </a:ext>
            </a:extLst>
          </p:cNvPr>
          <p:cNvSpPr>
            <a:spLocks noGrp="1" noRot="1" noChangeAspect="1" noChangeArrowheads="1" noTextEdit="1"/>
          </p:cNvSpPr>
          <p:nvPr>
            <p:ph type="sldImg"/>
          </p:nvPr>
        </p:nvSpPr>
        <p:spPr>
          <a:ln/>
        </p:spPr>
      </p:sp>
      <p:sp>
        <p:nvSpPr>
          <p:cNvPr id="58371" name="Notes Placeholder 2">
            <a:extLst>
              <a:ext uri="{FF2B5EF4-FFF2-40B4-BE49-F238E27FC236}">
                <a16:creationId xmlns:a16="http://schemas.microsoft.com/office/drawing/2014/main" id="{7673F1B8-791B-7D1E-7C5B-A21886C8D9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8372" name="Slide Number Placeholder 3">
            <a:extLst>
              <a:ext uri="{FF2B5EF4-FFF2-40B4-BE49-F238E27FC236}">
                <a16:creationId xmlns:a16="http://schemas.microsoft.com/office/drawing/2014/main" id="{C090E167-9D1E-34F4-525B-DE5DE3C6C1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C019E1B7-0913-43EB-8739-1CF295444757}" type="slidenum">
              <a:rPr kumimoji="0" lang="en-US" altLang="en-US"/>
              <a:pPr>
                <a:spcBef>
                  <a:spcPct val="0"/>
                </a:spcBef>
              </a:pPr>
              <a:t>43</a:t>
            </a:fld>
            <a:endParaRPr kumimoji="0"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3D1AB50C-A5AD-6927-486C-0323A9ED612E}"/>
              </a:ext>
            </a:extLst>
          </p:cNvPr>
          <p:cNvSpPr>
            <a:spLocks noGrp="1" noRot="1" noChangeAspect="1" noChangeArrowheads="1" noTextEdit="1"/>
          </p:cNvSpPr>
          <p:nvPr>
            <p:ph type="sldImg"/>
          </p:nvPr>
        </p:nvSpPr>
        <p:spPr>
          <a:ln/>
        </p:spPr>
      </p:sp>
      <p:sp>
        <p:nvSpPr>
          <p:cNvPr id="60419" name="Notes Placeholder 2">
            <a:extLst>
              <a:ext uri="{FF2B5EF4-FFF2-40B4-BE49-F238E27FC236}">
                <a16:creationId xmlns:a16="http://schemas.microsoft.com/office/drawing/2014/main" id="{93F824C1-051D-200F-806E-1BEFDA504B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0420" name="Slide Number Placeholder 3">
            <a:extLst>
              <a:ext uri="{FF2B5EF4-FFF2-40B4-BE49-F238E27FC236}">
                <a16:creationId xmlns:a16="http://schemas.microsoft.com/office/drawing/2014/main" id="{19222243-9A12-5BEC-E476-F2734F2AF2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60D0ACE-27D3-4864-8FC7-81FC1121D2BC}" type="slidenum">
              <a:rPr kumimoji="0" lang="en-US" altLang="en-US"/>
              <a:pPr>
                <a:spcBef>
                  <a:spcPct val="0"/>
                </a:spcBef>
              </a:pPr>
              <a:t>44</a:t>
            </a:fld>
            <a:endParaRPr kumimoji="0"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17A50ABE-C3F2-C636-E2BA-14F370E13796}"/>
              </a:ext>
            </a:extLst>
          </p:cNvPr>
          <p:cNvSpPr>
            <a:spLocks noGrp="1" noRot="1" noChangeAspect="1" noChangeArrowheads="1" noTextEdit="1"/>
          </p:cNvSpPr>
          <p:nvPr>
            <p:ph type="sldImg"/>
          </p:nvPr>
        </p:nvSpPr>
        <p:spPr>
          <a:ln/>
        </p:spPr>
      </p:sp>
      <p:sp>
        <p:nvSpPr>
          <p:cNvPr id="62467" name="Notes Placeholder 2">
            <a:extLst>
              <a:ext uri="{FF2B5EF4-FFF2-40B4-BE49-F238E27FC236}">
                <a16:creationId xmlns:a16="http://schemas.microsoft.com/office/drawing/2014/main" id="{F94CE60B-7B92-C44A-7941-517E7D7D92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2468" name="Slide Number Placeholder 3">
            <a:extLst>
              <a:ext uri="{FF2B5EF4-FFF2-40B4-BE49-F238E27FC236}">
                <a16:creationId xmlns:a16="http://schemas.microsoft.com/office/drawing/2014/main" id="{2A12CE4C-D358-AD5E-0466-CB29C17855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5E0CB006-EBF9-4B02-9063-CFDAE38B8136}" type="slidenum">
              <a:rPr kumimoji="0" lang="en-US" altLang="en-US"/>
              <a:pPr>
                <a:spcBef>
                  <a:spcPct val="0"/>
                </a:spcBef>
              </a:pPr>
              <a:t>45</a:t>
            </a:fld>
            <a:endParaRPr kumimoji="0"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E39D1953-FFD9-9A5D-E233-1E9AC9293C75}"/>
              </a:ext>
            </a:extLst>
          </p:cNvPr>
          <p:cNvSpPr>
            <a:spLocks noGrp="1" noRot="1" noChangeAspect="1" noChangeArrowheads="1" noTextEdit="1"/>
          </p:cNvSpPr>
          <p:nvPr>
            <p:ph type="sldImg"/>
          </p:nvPr>
        </p:nvSpPr>
        <p:spPr>
          <a:ln/>
        </p:spPr>
      </p:sp>
      <p:sp>
        <p:nvSpPr>
          <p:cNvPr id="64515" name="Notes Placeholder 2">
            <a:extLst>
              <a:ext uri="{FF2B5EF4-FFF2-40B4-BE49-F238E27FC236}">
                <a16:creationId xmlns:a16="http://schemas.microsoft.com/office/drawing/2014/main" id="{159AE89F-777C-F2A7-B406-B54938255EB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4516" name="Slide Number Placeholder 3">
            <a:extLst>
              <a:ext uri="{FF2B5EF4-FFF2-40B4-BE49-F238E27FC236}">
                <a16:creationId xmlns:a16="http://schemas.microsoft.com/office/drawing/2014/main" id="{3FBB9120-1006-292C-476A-64824E33D13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7BD3D69-D1D6-4D8F-A35C-761163DFC3F2}" type="slidenum">
              <a:rPr kumimoji="0" lang="en-US" altLang="en-US"/>
              <a:pPr>
                <a:spcBef>
                  <a:spcPct val="0"/>
                </a:spcBef>
              </a:pPr>
              <a:t>46</a:t>
            </a:fld>
            <a:endParaRPr kumimoji="0"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CBD6736B-1ED9-A772-4530-CBCBC2944F54}"/>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BE1EB4C8-9E5A-24CC-A659-BBD64C3D14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6564" name="Slide Number Placeholder 3">
            <a:extLst>
              <a:ext uri="{FF2B5EF4-FFF2-40B4-BE49-F238E27FC236}">
                <a16:creationId xmlns:a16="http://schemas.microsoft.com/office/drawing/2014/main" id="{D1208358-0A63-5DED-0E59-AB732B6882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94047A62-6556-470C-B2DB-9A10ED4F9178}" type="slidenum">
              <a:rPr kumimoji="0" lang="en-US" altLang="en-US"/>
              <a:pPr>
                <a:spcBef>
                  <a:spcPct val="0"/>
                </a:spcBef>
              </a:pPr>
              <a:t>47</a:t>
            </a:fld>
            <a:endParaRPr kumimoji="0"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73B645D9-ECEB-EBB9-9076-7517F7E7559A}"/>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96742926-FDA9-C2DC-278A-1A4519DD1C7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68612" name="Slide Number Placeholder 3">
            <a:extLst>
              <a:ext uri="{FF2B5EF4-FFF2-40B4-BE49-F238E27FC236}">
                <a16:creationId xmlns:a16="http://schemas.microsoft.com/office/drawing/2014/main" id="{F7C7DF83-7A26-A7CF-BCED-0F17B05F839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0DB56EA-B560-4D00-B082-6B9EA78FA6F3}" type="slidenum">
              <a:rPr kumimoji="0" lang="en-US" altLang="en-US"/>
              <a:pPr>
                <a:spcBef>
                  <a:spcPct val="0"/>
                </a:spcBef>
              </a:pPr>
              <a:t>48</a:t>
            </a:fld>
            <a:endParaRPr kumimoji="0"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3666358B-4AA9-3398-F73C-7D65508FF8F5}"/>
              </a:ext>
            </a:extLst>
          </p:cNvPr>
          <p:cNvSpPr>
            <a:spLocks noGrp="1" noRot="1" noChangeAspect="1" noChangeArrowheads="1" noTextEdit="1"/>
          </p:cNvSpPr>
          <p:nvPr>
            <p:ph type="sldImg"/>
          </p:nvPr>
        </p:nvSpPr>
        <p:spPr>
          <a:ln/>
        </p:spPr>
      </p:sp>
      <p:sp>
        <p:nvSpPr>
          <p:cNvPr id="70659" name="Notes Placeholder 2">
            <a:extLst>
              <a:ext uri="{FF2B5EF4-FFF2-40B4-BE49-F238E27FC236}">
                <a16:creationId xmlns:a16="http://schemas.microsoft.com/office/drawing/2014/main" id="{4AB19B87-A3AD-0F48-0E03-17EB7DD33D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0660" name="Slide Number Placeholder 3">
            <a:extLst>
              <a:ext uri="{FF2B5EF4-FFF2-40B4-BE49-F238E27FC236}">
                <a16:creationId xmlns:a16="http://schemas.microsoft.com/office/drawing/2014/main" id="{4AD04E66-CDFA-766D-D631-DC6B5A9EBE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7CC6507C-A0EC-4526-B247-DF26B40AFF3D}" type="slidenum">
              <a:rPr kumimoji="0" lang="en-US" altLang="en-US"/>
              <a:pPr>
                <a:spcBef>
                  <a:spcPct val="0"/>
                </a:spcBef>
              </a:pPr>
              <a:t>49</a:t>
            </a:fld>
            <a:endParaRPr kumimoji="0"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EC1FDE13-4E77-9686-4A46-9D61620A8F0C}"/>
              </a:ext>
            </a:extLst>
          </p:cNvPr>
          <p:cNvSpPr>
            <a:spLocks noGrp="1" noRot="1" noChangeAspect="1" noChangeArrowheads="1" noTextEdit="1"/>
          </p:cNvSpPr>
          <p:nvPr>
            <p:ph type="sldImg"/>
          </p:nvPr>
        </p:nvSpPr>
        <p:spPr>
          <a:ln/>
        </p:spPr>
      </p:sp>
      <p:sp>
        <p:nvSpPr>
          <p:cNvPr id="72707" name="Notes Placeholder 2">
            <a:extLst>
              <a:ext uri="{FF2B5EF4-FFF2-40B4-BE49-F238E27FC236}">
                <a16:creationId xmlns:a16="http://schemas.microsoft.com/office/drawing/2014/main" id="{CEDE38CD-01EE-FAC0-9E32-4DB595B3C3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2708" name="Slide Number Placeholder 3">
            <a:extLst>
              <a:ext uri="{FF2B5EF4-FFF2-40B4-BE49-F238E27FC236}">
                <a16:creationId xmlns:a16="http://schemas.microsoft.com/office/drawing/2014/main" id="{8B7B9C41-E043-495A-C220-B4E2C37F8AD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FC3E620-58DE-4532-AB7B-B5D22FF4530D}" type="slidenum">
              <a:rPr kumimoji="0" lang="en-US" altLang="en-US"/>
              <a:pPr>
                <a:spcBef>
                  <a:spcPct val="0"/>
                </a:spcBef>
              </a:pPr>
              <a:t>50</a:t>
            </a:fld>
            <a:endParaRPr kumimoji="0"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5BECA45F-6C7D-CFCB-3406-F1F9771AF8B3}"/>
              </a:ext>
            </a:extLst>
          </p:cNvPr>
          <p:cNvSpPr>
            <a:spLocks noGrp="1" noRot="1" noChangeAspect="1" noChangeArrowheads="1" noTextEdit="1"/>
          </p:cNvSpPr>
          <p:nvPr>
            <p:ph type="sldImg"/>
          </p:nvPr>
        </p:nvSpPr>
        <p:spPr>
          <a:ln/>
        </p:spPr>
      </p:sp>
      <p:sp>
        <p:nvSpPr>
          <p:cNvPr id="74755" name="Notes Placeholder 2">
            <a:extLst>
              <a:ext uri="{FF2B5EF4-FFF2-40B4-BE49-F238E27FC236}">
                <a16:creationId xmlns:a16="http://schemas.microsoft.com/office/drawing/2014/main" id="{0264423B-2271-6E2C-1C3F-1E9911113AF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4756" name="Slide Number Placeholder 3">
            <a:extLst>
              <a:ext uri="{FF2B5EF4-FFF2-40B4-BE49-F238E27FC236}">
                <a16:creationId xmlns:a16="http://schemas.microsoft.com/office/drawing/2014/main" id="{52C4F9A1-A760-CDA6-49D6-A51FB8806E5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7A32420-4E40-4D0A-8343-5DB256B92CDE}" type="slidenum">
              <a:rPr kumimoji="0" lang="en-US" altLang="en-US"/>
              <a:pPr>
                <a:spcBef>
                  <a:spcPct val="0"/>
                </a:spcBef>
              </a:pPr>
              <a:t>51</a:t>
            </a:fld>
            <a:endParaRPr kumimoji="0"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B9CFF90B-0EA8-9BF9-4F27-2F67DEAF9570}"/>
              </a:ext>
            </a:extLst>
          </p:cNvPr>
          <p:cNvSpPr>
            <a:spLocks noGrp="1" noRot="1" noChangeAspect="1" noChangeArrowheads="1" noTextEdit="1"/>
          </p:cNvSpPr>
          <p:nvPr>
            <p:ph type="sldImg"/>
          </p:nvPr>
        </p:nvSpPr>
        <p:spPr>
          <a:ln/>
        </p:spPr>
      </p:sp>
      <p:sp>
        <p:nvSpPr>
          <p:cNvPr id="76803" name="Notes Placeholder 2">
            <a:extLst>
              <a:ext uri="{FF2B5EF4-FFF2-40B4-BE49-F238E27FC236}">
                <a16:creationId xmlns:a16="http://schemas.microsoft.com/office/drawing/2014/main" id="{A849AC61-BB70-352C-7EDD-1AB004D78D5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6804" name="Slide Number Placeholder 3">
            <a:extLst>
              <a:ext uri="{FF2B5EF4-FFF2-40B4-BE49-F238E27FC236}">
                <a16:creationId xmlns:a16="http://schemas.microsoft.com/office/drawing/2014/main" id="{10E9F66A-0BDD-8C66-7D83-8DFC585B6C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8C70D36F-74D3-4B22-85B7-7B48A041E969}" type="slidenum">
              <a:rPr kumimoji="0" lang="en-US" altLang="en-US"/>
              <a:pPr>
                <a:spcBef>
                  <a:spcPct val="0"/>
                </a:spcBef>
              </a:pPr>
              <a:t>52</a:t>
            </a:fld>
            <a:endParaRPr kumimoji="0"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54117B57-1F2B-CF3E-FAD9-8108C6E7BD10}"/>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334E6CB2-BB17-5180-EEE8-84B75E33F7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78852" name="Slide Number Placeholder 3">
            <a:extLst>
              <a:ext uri="{FF2B5EF4-FFF2-40B4-BE49-F238E27FC236}">
                <a16:creationId xmlns:a16="http://schemas.microsoft.com/office/drawing/2014/main" id="{3CDC520D-AE12-F44B-F81D-75A9B6F4E88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B9CA7F4-0BC9-49E3-921A-C480792D0E93}" type="slidenum">
              <a:rPr kumimoji="0" lang="en-US" altLang="en-US"/>
              <a:pPr>
                <a:spcBef>
                  <a:spcPct val="0"/>
                </a:spcBef>
              </a:pPr>
              <a:t>53</a:t>
            </a:fld>
            <a:endParaRPr kumimoji="0"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2D76EF48-3702-C240-8F3B-4C966352E735}"/>
              </a:ext>
            </a:extLst>
          </p:cNvPr>
          <p:cNvSpPr>
            <a:spLocks noGrp="1" noRot="1" noChangeAspect="1" noChangeArrowheads="1" noTextEdit="1"/>
          </p:cNvSpPr>
          <p:nvPr>
            <p:ph type="sldImg"/>
          </p:nvPr>
        </p:nvSpPr>
        <p:spPr>
          <a:ln/>
        </p:spPr>
      </p:sp>
      <p:sp>
        <p:nvSpPr>
          <p:cNvPr id="80899" name="Notes Placeholder 2">
            <a:extLst>
              <a:ext uri="{FF2B5EF4-FFF2-40B4-BE49-F238E27FC236}">
                <a16:creationId xmlns:a16="http://schemas.microsoft.com/office/drawing/2014/main" id="{7EC415D0-2B10-C3BC-8A49-762D49E29F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0900" name="Slide Number Placeholder 3">
            <a:extLst>
              <a:ext uri="{FF2B5EF4-FFF2-40B4-BE49-F238E27FC236}">
                <a16:creationId xmlns:a16="http://schemas.microsoft.com/office/drawing/2014/main" id="{F54FFA64-2D86-889C-AAF5-58BA17E3082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B04D1606-B2E4-44EB-81A5-5C46F3CAC78E}" type="slidenum">
              <a:rPr kumimoji="0" lang="en-US" altLang="en-US"/>
              <a:pPr>
                <a:spcBef>
                  <a:spcPct val="0"/>
                </a:spcBef>
              </a:pPr>
              <a:t>54</a:t>
            </a:fld>
            <a:endParaRPr kumimoji="0"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181813FB-709D-FC68-B395-88789DE42ACC}"/>
              </a:ext>
            </a:extLst>
          </p:cNvPr>
          <p:cNvSpPr>
            <a:spLocks noGrp="1" noRot="1" noChangeAspect="1" noChangeArrowheads="1" noTextEdit="1"/>
          </p:cNvSpPr>
          <p:nvPr>
            <p:ph type="sldImg"/>
          </p:nvPr>
        </p:nvSpPr>
        <p:spPr>
          <a:ln/>
        </p:spPr>
      </p:sp>
      <p:sp>
        <p:nvSpPr>
          <p:cNvPr id="82947" name="Notes Placeholder 2">
            <a:extLst>
              <a:ext uri="{FF2B5EF4-FFF2-40B4-BE49-F238E27FC236}">
                <a16:creationId xmlns:a16="http://schemas.microsoft.com/office/drawing/2014/main" id="{B5CFCB56-637E-7028-AFAF-51000B78E7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2948" name="Slide Number Placeholder 3">
            <a:extLst>
              <a:ext uri="{FF2B5EF4-FFF2-40B4-BE49-F238E27FC236}">
                <a16:creationId xmlns:a16="http://schemas.microsoft.com/office/drawing/2014/main" id="{0CC98277-1CC1-35A9-5649-EB2EACE45F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A9F2F1A-3BAF-4697-B29E-07594DA2C92C}" type="slidenum">
              <a:rPr kumimoji="0" lang="en-US" altLang="en-US"/>
              <a:pPr>
                <a:spcBef>
                  <a:spcPct val="0"/>
                </a:spcBef>
              </a:pPr>
              <a:t>55</a:t>
            </a:fld>
            <a:endParaRPr kumimoji="0"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2441E2E4-3032-4A96-0D92-80B8D77AA473}"/>
              </a:ext>
            </a:extLst>
          </p:cNvPr>
          <p:cNvSpPr>
            <a:spLocks noGrp="1" noRot="1" noChangeAspect="1" noChangeArrowheads="1" noTextEdit="1"/>
          </p:cNvSpPr>
          <p:nvPr>
            <p:ph type="sldImg"/>
          </p:nvPr>
        </p:nvSpPr>
        <p:spPr>
          <a:ln/>
        </p:spPr>
      </p:sp>
      <p:sp>
        <p:nvSpPr>
          <p:cNvPr id="84995" name="Notes Placeholder 2">
            <a:extLst>
              <a:ext uri="{FF2B5EF4-FFF2-40B4-BE49-F238E27FC236}">
                <a16:creationId xmlns:a16="http://schemas.microsoft.com/office/drawing/2014/main" id="{680C88DC-2E2C-21C0-6ECC-22871C38A3B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4996" name="Slide Number Placeholder 3">
            <a:extLst>
              <a:ext uri="{FF2B5EF4-FFF2-40B4-BE49-F238E27FC236}">
                <a16:creationId xmlns:a16="http://schemas.microsoft.com/office/drawing/2014/main" id="{E6AE3220-6C42-9337-E140-BB5F3AC30E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1A4FC6D-98AE-4D53-B9D1-034FEB339EAC}" type="slidenum">
              <a:rPr kumimoji="0" lang="en-US" altLang="en-US"/>
              <a:pPr>
                <a:spcBef>
                  <a:spcPct val="0"/>
                </a:spcBef>
              </a:pPr>
              <a:t>56</a:t>
            </a:fld>
            <a:endParaRPr kumimoji="0"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A7550337-144D-CC7D-43A0-A492C4789619}"/>
              </a:ext>
            </a:extLst>
          </p:cNvPr>
          <p:cNvSpPr>
            <a:spLocks noGrp="1" noRot="1" noChangeAspect="1" noChangeArrowheads="1" noTextEdit="1"/>
          </p:cNvSpPr>
          <p:nvPr>
            <p:ph type="sldImg"/>
          </p:nvPr>
        </p:nvSpPr>
        <p:spPr>
          <a:ln/>
        </p:spPr>
      </p:sp>
      <p:sp>
        <p:nvSpPr>
          <p:cNvPr id="87043" name="Notes Placeholder 2">
            <a:extLst>
              <a:ext uri="{FF2B5EF4-FFF2-40B4-BE49-F238E27FC236}">
                <a16:creationId xmlns:a16="http://schemas.microsoft.com/office/drawing/2014/main" id="{76C8786E-B9AB-D367-56D5-0C509AA2B1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7044" name="Slide Number Placeholder 3">
            <a:extLst>
              <a:ext uri="{FF2B5EF4-FFF2-40B4-BE49-F238E27FC236}">
                <a16:creationId xmlns:a16="http://schemas.microsoft.com/office/drawing/2014/main" id="{6AFF586F-042F-B1C2-9B87-D1B7AC5DAF7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1186BB25-A75F-4C06-A8E9-0BC766287F65}" type="slidenum">
              <a:rPr kumimoji="0" lang="en-US" altLang="en-US"/>
              <a:pPr>
                <a:spcBef>
                  <a:spcPct val="0"/>
                </a:spcBef>
              </a:pPr>
              <a:t>57</a:t>
            </a:fld>
            <a:endParaRPr kumimoji="0"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2BEFAF66-01D7-2F6D-0AA8-92B8C07459B7}"/>
              </a:ext>
            </a:extLst>
          </p:cNvPr>
          <p:cNvSpPr>
            <a:spLocks noGrp="1" noRot="1" noChangeAspect="1" noChangeArrowheads="1" noTextEdit="1"/>
          </p:cNvSpPr>
          <p:nvPr>
            <p:ph type="sldImg"/>
          </p:nvPr>
        </p:nvSpPr>
        <p:spPr>
          <a:ln/>
        </p:spPr>
      </p:sp>
      <p:sp>
        <p:nvSpPr>
          <p:cNvPr id="89091" name="Notes Placeholder 2">
            <a:extLst>
              <a:ext uri="{FF2B5EF4-FFF2-40B4-BE49-F238E27FC236}">
                <a16:creationId xmlns:a16="http://schemas.microsoft.com/office/drawing/2014/main" id="{B0764414-FDA7-82EF-D11C-9C0860C1D3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89092" name="Slide Number Placeholder 3">
            <a:extLst>
              <a:ext uri="{FF2B5EF4-FFF2-40B4-BE49-F238E27FC236}">
                <a16:creationId xmlns:a16="http://schemas.microsoft.com/office/drawing/2014/main" id="{F15A7BED-C27A-7CCF-79C1-D931D7E4EC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A36948B2-C33D-4324-A220-DC680D3A38B5}" type="slidenum">
              <a:rPr kumimoji="0" lang="en-US" altLang="en-US"/>
              <a:pPr>
                <a:spcBef>
                  <a:spcPct val="0"/>
                </a:spcBef>
              </a:pPr>
              <a:t>58</a:t>
            </a:fld>
            <a:endParaRPr kumimoji="0"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FAA7A2C2-2F74-6F5A-CF47-199169F812BF}"/>
              </a:ext>
            </a:extLst>
          </p:cNvPr>
          <p:cNvSpPr>
            <a:spLocks noGrp="1" noRot="1" noChangeAspect="1" noChangeArrowheads="1" noTextEdit="1"/>
          </p:cNvSpPr>
          <p:nvPr>
            <p:ph type="sldImg"/>
          </p:nvPr>
        </p:nvSpPr>
        <p:spPr>
          <a:ln/>
        </p:spPr>
      </p:sp>
      <p:sp>
        <p:nvSpPr>
          <p:cNvPr id="91139" name="Notes Placeholder 2">
            <a:extLst>
              <a:ext uri="{FF2B5EF4-FFF2-40B4-BE49-F238E27FC236}">
                <a16:creationId xmlns:a16="http://schemas.microsoft.com/office/drawing/2014/main" id="{9C203043-7319-BF3E-38B8-76808DB7E99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91140" name="Slide Number Placeholder 3">
            <a:extLst>
              <a:ext uri="{FF2B5EF4-FFF2-40B4-BE49-F238E27FC236}">
                <a16:creationId xmlns:a16="http://schemas.microsoft.com/office/drawing/2014/main" id="{5D8F576C-EBA9-0BE6-DF4E-BECC3F9A3C0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defRPr>
            </a:lvl1pPr>
            <a:lvl2pPr marL="742950" indent="-285750">
              <a:spcBef>
                <a:spcPct val="30000"/>
              </a:spcBef>
              <a:defRPr kumimoji="1" sz="1200">
                <a:solidFill>
                  <a:schemeClr val="tx1"/>
                </a:solidFill>
                <a:latin typeface="Times New Roman" panose="02020603050405020304" pitchFamily="18" charset="0"/>
              </a:defRPr>
            </a:lvl2pPr>
            <a:lvl3pPr marL="1143000" indent="-228600">
              <a:spcBef>
                <a:spcPct val="30000"/>
              </a:spcBef>
              <a:defRPr kumimoji="1" sz="1200">
                <a:solidFill>
                  <a:schemeClr val="tx1"/>
                </a:solidFill>
                <a:latin typeface="Times New Roman" panose="02020603050405020304" pitchFamily="18" charset="0"/>
              </a:defRPr>
            </a:lvl3pPr>
            <a:lvl4pPr marL="1600200" indent="-228600">
              <a:spcBef>
                <a:spcPct val="30000"/>
              </a:spcBef>
              <a:defRPr kumimoji="1" sz="1200">
                <a:solidFill>
                  <a:schemeClr val="tx1"/>
                </a:solidFill>
                <a:latin typeface="Times New Roman" panose="02020603050405020304" pitchFamily="18" charset="0"/>
              </a:defRPr>
            </a:lvl4pPr>
            <a:lvl5pPr marL="2057400" indent="-228600">
              <a:spcBef>
                <a:spcPct val="30000"/>
              </a:spcBef>
              <a:defRPr kumimoji="1"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DAE13405-C093-4E36-8BBB-C528FB169F2F}" type="slidenum">
              <a:rPr kumimoji="0" lang="en-US" altLang="en-US"/>
              <a:pPr>
                <a:spcBef>
                  <a:spcPct val="0"/>
                </a:spcBef>
              </a:pPr>
              <a:t>59</a:t>
            </a:fld>
            <a:endParaRPr kumimoji="0"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3199F2-167E-44FF-AAD3-F12C077885CC}" type="datetime1">
              <a:rPr lang="en-US" smtClean="0"/>
              <a:t>11/13/2024</a:t>
            </a:fld>
            <a:endParaRPr lang="en-US"/>
          </a:p>
        </p:txBody>
      </p:sp>
      <p:sp>
        <p:nvSpPr>
          <p:cNvPr id="5" name="Footer Placeholder 4"/>
          <p:cNvSpPr>
            <a:spLocks noGrp="1"/>
          </p:cNvSpPr>
          <p:nvPr>
            <p:ph type="ftr" sz="quarter" idx="11"/>
          </p:nvPr>
        </p:nvSpPr>
        <p:spPr/>
        <p:txBody>
          <a:bodyPr/>
          <a:lstStyle/>
          <a:p>
            <a:r>
              <a:rPr lang="en-US"/>
              <a:t>OOD-EIU-Tien Nguyen</a:t>
            </a:r>
          </a:p>
        </p:txBody>
      </p:sp>
      <p:sp>
        <p:nvSpPr>
          <p:cNvPr id="6" name="Slide Number Placeholder 5"/>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3041573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011F6892-5ABF-31EC-5DEE-9608C2493C8E}"/>
              </a:ext>
            </a:extLst>
          </p:cNvPr>
          <p:cNvSpPr/>
          <p:nvPr userDrawn="1"/>
        </p:nvSpPr>
        <p:spPr>
          <a:xfrm>
            <a:off x="0" y="6581819"/>
            <a:ext cx="9144000" cy="279314"/>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605304"/>
            <a:ext cx="2057400" cy="228602"/>
          </a:xfrm>
        </p:spPr>
        <p:txBody>
          <a:bodyPr/>
          <a:lstStyle/>
          <a:p>
            <a:fld id="{D248B799-EDF9-4CA7-BA08-A0793B464F28}" type="datetime1">
              <a:rPr lang="en-US" smtClean="0"/>
              <a:t>11/13/2024</a:t>
            </a:fld>
            <a:endParaRPr lang="en-US"/>
          </a:p>
        </p:txBody>
      </p:sp>
      <p:sp>
        <p:nvSpPr>
          <p:cNvPr id="5" name="Footer Placeholder 4"/>
          <p:cNvSpPr>
            <a:spLocks noGrp="1"/>
          </p:cNvSpPr>
          <p:nvPr>
            <p:ph type="ftr" sz="quarter" idx="11"/>
          </p:nvPr>
        </p:nvSpPr>
        <p:spPr>
          <a:xfrm>
            <a:off x="3028950" y="6586211"/>
            <a:ext cx="3086100" cy="279314"/>
          </a:xfrm>
        </p:spPr>
        <p:txBody>
          <a:bodyPr/>
          <a:lstStyle>
            <a:lvl1pPr>
              <a:defRPr>
                <a:solidFill>
                  <a:schemeClr val="bg1"/>
                </a:solidFill>
              </a:defRPr>
            </a:lvl1pPr>
          </a:lstStyle>
          <a:p>
            <a:r>
              <a:rPr lang="en-US"/>
              <a:t>OOD-EIU-Tien Nguyen</a:t>
            </a:r>
          </a:p>
        </p:txBody>
      </p:sp>
      <p:sp>
        <p:nvSpPr>
          <p:cNvPr id="6" name="Slide Number Placeholder 5"/>
          <p:cNvSpPr>
            <a:spLocks noGrp="1"/>
          </p:cNvSpPr>
          <p:nvPr>
            <p:ph type="sldNum" sz="quarter" idx="12"/>
          </p:nvPr>
        </p:nvSpPr>
        <p:spPr>
          <a:xfrm>
            <a:off x="6457950" y="6605304"/>
            <a:ext cx="2057400" cy="228602"/>
          </a:xfrm>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1090129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CE455E-F930-4CCB-8D7C-8ABD1F3E0708}" type="datetime1">
              <a:rPr lang="en-US" smtClean="0"/>
              <a:t>11/13/2024</a:t>
            </a:fld>
            <a:endParaRPr lang="en-US"/>
          </a:p>
        </p:txBody>
      </p:sp>
      <p:sp>
        <p:nvSpPr>
          <p:cNvPr id="5" name="Footer Placeholder 4"/>
          <p:cNvSpPr>
            <a:spLocks noGrp="1"/>
          </p:cNvSpPr>
          <p:nvPr>
            <p:ph type="ftr" sz="quarter" idx="11"/>
          </p:nvPr>
        </p:nvSpPr>
        <p:spPr/>
        <p:txBody>
          <a:bodyPr/>
          <a:lstStyle/>
          <a:p>
            <a:r>
              <a:rPr lang="en-US"/>
              <a:t>OOD-EIU-Tien Nguyen</a:t>
            </a:r>
          </a:p>
        </p:txBody>
      </p:sp>
      <p:sp>
        <p:nvSpPr>
          <p:cNvPr id="6" name="Slide Number Placeholder 5"/>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1654344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378612-6102-4A21-9162-89265BA8F9F6}" type="datetime1">
              <a:rPr lang="en-US" smtClean="0"/>
              <a:t>11/13/2024</a:t>
            </a:fld>
            <a:endParaRPr lang="en-US"/>
          </a:p>
        </p:txBody>
      </p:sp>
      <p:sp>
        <p:nvSpPr>
          <p:cNvPr id="6" name="Footer Placeholder 5"/>
          <p:cNvSpPr>
            <a:spLocks noGrp="1"/>
          </p:cNvSpPr>
          <p:nvPr>
            <p:ph type="ftr" sz="quarter" idx="11"/>
          </p:nvPr>
        </p:nvSpPr>
        <p:spPr/>
        <p:txBody>
          <a:bodyPr/>
          <a:lstStyle/>
          <a:p>
            <a:r>
              <a:rPr lang="en-US"/>
              <a:t>OOD-EIU-Tien Nguyen</a:t>
            </a:r>
          </a:p>
        </p:txBody>
      </p:sp>
      <p:sp>
        <p:nvSpPr>
          <p:cNvPr id="7" name="Slide Number Placeholder 6"/>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577431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1678AF-65BC-44F4-95F4-E485083910DB}" type="datetime1">
              <a:rPr lang="en-US" smtClean="0"/>
              <a:t>11/13/2024</a:t>
            </a:fld>
            <a:endParaRPr lang="en-US"/>
          </a:p>
        </p:txBody>
      </p:sp>
      <p:sp>
        <p:nvSpPr>
          <p:cNvPr id="8" name="Footer Placeholder 7"/>
          <p:cNvSpPr>
            <a:spLocks noGrp="1"/>
          </p:cNvSpPr>
          <p:nvPr>
            <p:ph type="ftr" sz="quarter" idx="11"/>
          </p:nvPr>
        </p:nvSpPr>
        <p:spPr/>
        <p:txBody>
          <a:bodyPr/>
          <a:lstStyle/>
          <a:p>
            <a:r>
              <a:rPr lang="en-US"/>
              <a:t>OOD-EIU-Tien Nguyen</a:t>
            </a:r>
          </a:p>
        </p:txBody>
      </p:sp>
      <p:sp>
        <p:nvSpPr>
          <p:cNvPr id="9" name="Slide Number Placeholder 8"/>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810908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ACC6CF-F1C4-49B0-9864-44DCC68CB2FC}" type="datetime1">
              <a:rPr lang="en-US" smtClean="0"/>
              <a:t>11/13/2024</a:t>
            </a:fld>
            <a:endParaRPr lang="en-US"/>
          </a:p>
        </p:txBody>
      </p:sp>
      <p:sp>
        <p:nvSpPr>
          <p:cNvPr id="4" name="Footer Placeholder 3"/>
          <p:cNvSpPr>
            <a:spLocks noGrp="1"/>
          </p:cNvSpPr>
          <p:nvPr>
            <p:ph type="ftr" sz="quarter" idx="11"/>
          </p:nvPr>
        </p:nvSpPr>
        <p:spPr/>
        <p:txBody>
          <a:bodyPr/>
          <a:lstStyle/>
          <a:p>
            <a:r>
              <a:rPr lang="en-US"/>
              <a:t>OOD-EIU-Tien Nguyen</a:t>
            </a:r>
          </a:p>
        </p:txBody>
      </p:sp>
      <p:sp>
        <p:nvSpPr>
          <p:cNvPr id="5" name="Slide Number Placeholder 4"/>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3553053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74182C-6859-466A-B744-580354052D5B}" type="datetime1">
              <a:rPr lang="en-US" smtClean="0"/>
              <a:t>11/13/2024</a:t>
            </a:fld>
            <a:endParaRPr lang="en-US"/>
          </a:p>
        </p:txBody>
      </p:sp>
      <p:sp>
        <p:nvSpPr>
          <p:cNvPr id="3" name="Footer Placeholder 2"/>
          <p:cNvSpPr>
            <a:spLocks noGrp="1"/>
          </p:cNvSpPr>
          <p:nvPr>
            <p:ph type="ftr" sz="quarter" idx="11"/>
          </p:nvPr>
        </p:nvSpPr>
        <p:spPr/>
        <p:txBody>
          <a:bodyPr/>
          <a:lstStyle/>
          <a:p>
            <a:r>
              <a:rPr lang="en-US"/>
              <a:t>OOD-EIU-Tien Nguyen</a:t>
            </a:r>
          </a:p>
        </p:txBody>
      </p:sp>
      <p:sp>
        <p:nvSpPr>
          <p:cNvPr id="4" name="Slide Number Placeholder 3"/>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3936444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C7F376-CB78-49B2-B482-81C64B7842EB}" type="datetime1">
              <a:rPr lang="en-US" smtClean="0"/>
              <a:t>11/13/2024</a:t>
            </a:fld>
            <a:endParaRPr lang="en-US"/>
          </a:p>
        </p:txBody>
      </p:sp>
      <p:sp>
        <p:nvSpPr>
          <p:cNvPr id="6" name="Footer Placeholder 5"/>
          <p:cNvSpPr>
            <a:spLocks noGrp="1"/>
          </p:cNvSpPr>
          <p:nvPr>
            <p:ph type="ftr" sz="quarter" idx="11"/>
          </p:nvPr>
        </p:nvSpPr>
        <p:spPr/>
        <p:txBody>
          <a:bodyPr/>
          <a:lstStyle/>
          <a:p>
            <a:r>
              <a:rPr lang="en-US"/>
              <a:t>OOD-EIU-Tien Nguyen</a:t>
            </a:r>
          </a:p>
        </p:txBody>
      </p:sp>
      <p:sp>
        <p:nvSpPr>
          <p:cNvPr id="7" name="Slide Number Placeholder 6"/>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4090610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7EE671-A668-4FB1-BE92-B8C4B4315DA9}" type="datetime1">
              <a:rPr lang="en-US" smtClean="0"/>
              <a:t>11/13/2024</a:t>
            </a:fld>
            <a:endParaRPr lang="en-US"/>
          </a:p>
        </p:txBody>
      </p:sp>
      <p:sp>
        <p:nvSpPr>
          <p:cNvPr id="6" name="Footer Placeholder 5"/>
          <p:cNvSpPr>
            <a:spLocks noGrp="1"/>
          </p:cNvSpPr>
          <p:nvPr>
            <p:ph type="ftr" sz="quarter" idx="11"/>
          </p:nvPr>
        </p:nvSpPr>
        <p:spPr/>
        <p:txBody>
          <a:bodyPr/>
          <a:lstStyle/>
          <a:p>
            <a:r>
              <a:rPr lang="en-US"/>
              <a:t>OOD-EIU-Tien Nguyen</a:t>
            </a:r>
          </a:p>
        </p:txBody>
      </p:sp>
      <p:sp>
        <p:nvSpPr>
          <p:cNvPr id="7" name="Slide Number Placeholder 6"/>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2538386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43904C-8F1E-4EB5-9C3A-E9731D508C4D}" type="datetime1">
              <a:rPr lang="en-US" smtClean="0"/>
              <a:t>11/13/2024</a:t>
            </a:fld>
            <a:endParaRPr lang="en-US"/>
          </a:p>
        </p:txBody>
      </p:sp>
      <p:sp>
        <p:nvSpPr>
          <p:cNvPr id="5" name="Footer Placeholder 4"/>
          <p:cNvSpPr>
            <a:spLocks noGrp="1"/>
          </p:cNvSpPr>
          <p:nvPr>
            <p:ph type="ftr" sz="quarter" idx="11"/>
          </p:nvPr>
        </p:nvSpPr>
        <p:spPr/>
        <p:txBody>
          <a:bodyPr/>
          <a:lstStyle/>
          <a:p>
            <a:r>
              <a:rPr lang="en-US"/>
              <a:t>OOD-EIU-Tien Nguyen</a:t>
            </a:r>
          </a:p>
        </p:txBody>
      </p:sp>
      <p:sp>
        <p:nvSpPr>
          <p:cNvPr id="6" name="Slide Number Placeholder 5"/>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250173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3C5475-3BFD-4632-8EF2-DE87718D9344}" type="datetime1">
              <a:rPr lang="en-US" smtClean="0"/>
              <a:t>11/13/2024</a:t>
            </a:fld>
            <a:endParaRPr lang="en-US"/>
          </a:p>
        </p:txBody>
      </p:sp>
      <p:sp>
        <p:nvSpPr>
          <p:cNvPr id="5" name="Footer Placeholder 4"/>
          <p:cNvSpPr>
            <a:spLocks noGrp="1"/>
          </p:cNvSpPr>
          <p:nvPr>
            <p:ph type="ftr" sz="quarter" idx="11"/>
          </p:nvPr>
        </p:nvSpPr>
        <p:spPr/>
        <p:txBody>
          <a:bodyPr/>
          <a:lstStyle/>
          <a:p>
            <a:r>
              <a:rPr lang="en-US"/>
              <a:t>OOD-EIU-Tien Nguyen</a:t>
            </a:r>
          </a:p>
        </p:txBody>
      </p:sp>
      <p:sp>
        <p:nvSpPr>
          <p:cNvPr id="6" name="Slide Number Placeholder 5"/>
          <p:cNvSpPr>
            <a:spLocks noGrp="1"/>
          </p:cNvSpPr>
          <p:nvPr>
            <p:ph type="sldNum" sz="quarter" idx="12"/>
          </p:nvPr>
        </p:nvSpPr>
        <p:spPr/>
        <p:txBody>
          <a:bodyPr/>
          <a:lstStyle/>
          <a:p>
            <a:fld id="{FC53A8CA-D9AB-4220-BC3E-1A906955799A}" type="slidenum">
              <a:rPr lang="en-US" smtClean="0"/>
              <a:t>‹#›</a:t>
            </a:fld>
            <a:endParaRPr lang="en-US"/>
          </a:p>
        </p:txBody>
      </p:sp>
    </p:spTree>
    <p:extLst>
      <p:ext uri="{BB962C8B-B14F-4D97-AF65-F5344CB8AC3E}">
        <p14:creationId xmlns:p14="http://schemas.microsoft.com/office/powerpoint/2010/main" val="401152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CBE323-8715-4AA9-BAE8-1FB12E626789}" type="datetime1">
              <a:rPr lang="en-US" smtClean="0"/>
              <a:t>11/13/2024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OOD-EIU-Tien Nguyen</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53A8CA-D9AB-4220-BC3E-1A906955799A}" type="slidenum">
              <a:rPr lang="en-US" smtClean="0"/>
              <a:t>‹#›</a:t>
            </a:fld>
            <a:endParaRPr lang="en-US"/>
          </a:p>
        </p:txBody>
      </p:sp>
    </p:spTree>
    <p:extLst>
      <p:ext uri="{BB962C8B-B14F-4D97-AF65-F5344CB8AC3E}">
        <p14:creationId xmlns:p14="http://schemas.microsoft.com/office/powerpoint/2010/main" val="22419653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SuperClass1.java"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ConstructorDemo1.java" TargetMode="External"/><Relationship Id="rId4" Type="http://schemas.openxmlformats.org/officeDocument/2006/relationships/hyperlink" Target="SubClass1.java"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CubeDemo.java" TargetMode="External"/><Relationship Id="rId3" Type="http://schemas.openxmlformats.org/officeDocument/2006/relationships/hyperlink" Target="SuperClass2.java" TargetMode="External"/><Relationship Id="rId7" Type="http://schemas.openxmlformats.org/officeDocument/2006/relationships/hyperlink" Target="Cube.java"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Rectangle.java" TargetMode="External"/><Relationship Id="rId5" Type="http://schemas.openxmlformats.org/officeDocument/2006/relationships/hyperlink" Target="ConstructorDemo2.java" TargetMode="External"/><Relationship Id="rId4" Type="http://schemas.openxmlformats.org/officeDocument/2006/relationships/hyperlink" Target="SubClass2.java"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GradedActivity.java"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CurvedActivityDemo.java" TargetMode="External"/><Relationship Id="rId4" Type="http://schemas.openxmlformats.org/officeDocument/2006/relationships/hyperlink" Target="CurvedActivity.java"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SuperClass3.java"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ShowValueDemo.java" TargetMode="External"/><Relationship Id="rId4" Type="http://schemas.openxmlformats.org/officeDocument/2006/relationships/hyperlink" Target="SubClass3.java"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GradedActivity2.java"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ProtectedDemo.java" TargetMode="External"/><Relationship Id="rId4" Type="http://schemas.openxmlformats.org/officeDocument/2006/relationships/hyperlink" Target="FinalExam2.java"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PassFailActivity.java" TargetMode="External"/><Relationship Id="rId2" Type="http://schemas.openxmlformats.org/officeDocument/2006/relationships/hyperlink" Target="GradedActivity.java" TargetMode="External"/><Relationship Id="rId1" Type="http://schemas.openxmlformats.org/officeDocument/2006/relationships/slideLayout" Target="../slideLayouts/slideLayout2.xml"/><Relationship Id="rId5" Type="http://schemas.openxmlformats.org/officeDocument/2006/relationships/hyperlink" Target="PassFailExamDemo.java" TargetMode="External"/><Relationship Id="rId4" Type="http://schemas.openxmlformats.org/officeDocument/2006/relationships/hyperlink" Target="PassFailExam.java"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ObjectMethods.java"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Polymorphic.java"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Student.java"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CompSciStudentDemo.java" TargetMode="External"/><Relationship Id="rId4" Type="http://schemas.openxmlformats.org/officeDocument/2006/relationships/hyperlink" Target="CompSciStudent.java" TargetMode="Externa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GradedActivity.java"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hyperlink" Target="InterfaceDemo.java" TargetMode="External"/><Relationship Id="rId5" Type="http://schemas.openxmlformats.org/officeDocument/2006/relationships/hyperlink" Target="FinalExam3.java" TargetMode="External"/><Relationship Id="rId4" Type="http://schemas.openxmlformats.org/officeDocument/2006/relationships/hyperlink" Target="Relatable.java" TargetMode="Externa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RetailItem.java"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PolymorphicInterfaceDemo.java" TargetMode="External"/><Relationship Id="rId5" Type="http://schemas.openxmlformats.org/officeDocument/2006/relationships/hyperlink" Target="DvdMovie.java" TargetMode="External"/><Relationship Id="rId4" Type="http://schemas.openxmlformats.org/officeDocument/2006/relationships/hyperlink" Target="CompactDisc.java" TargetMode="Externa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Relatable.java" TargetMode="External"/><Relationship Id="rId2" Type="http://schemas.openxmlformats.org/officeDocument/2006/relationships/hyperlink" Target="GradedActivity.java" TargetMode="External"/><Relationship Id="rId1" Type="http://schemas.openxmlformats.org/officeDocument/2006/relationships/slideLayout" Target="../slideLayouts/slideLayout2.xml"/><Relationship Id="rId4" Type="http://schemas.openxmlformats.org/officeDocument/2006/relationships/hyperlink" Target="FinalExam3.java"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Relatable.java" TargetMode="External"/><Relationship Id="rId2" Type="http://schemas.openxmlformats.org/officeDocument/2006/relationships/hyperlink" Target="GradedActivity.java"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Relatable.java" TargetMode="External"/><Relationship Id="rId2" Type="http://schemas.openxmlformats.org/officeDocument/2006/relationships/hyperlink" Target="GradedActivity.jav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558C-A85F-147B-2189-D39750C0CB75}"/>
              </a:ext>
            </a:extLst>
          </p:cNvPr>
          <p:cNvSpPr>
            <a:spLocks noGrp="1"/>
          </p:cNvSpPr>
          <p:nvPr>
            <p:ph type="ctrTitle"/>
          </p:nvPr>
        </p:nvSpPr>
        <p:spPr/>
        <p:txBody>
          <a:bodyPr>
            <a:normAutofit fontScale="90000"/>
          </a:bodyPr>
          <a:lstStyle/>
          <a:p>
            <a:r>
              <a:rPr lang="en-US"/>
              <a:t>Chapter 3. Abstraction, Encapsulation, Inheritance, Interface</a:t>
            </a:r>
          </a:p>
        </p:txBody>
      </p:sp>
      <p:sp>
        <p:nvSpPr>
          <p:cNvPr id="3" name="Subtitle 2">
            <a:extLst>
              <a:ext uri="{FF2B5EF4-FFF2-40B4-BE49-F238E27FC236}">
                <a16:creationId xmlns:a16="http://schemas.microsoft.com/office/drawing/2014/main" id="{3F0A1E24-B9E4-51A8-555A-DF7E8C8C3B0F}"/>
              </a:ext>
            </a:extLst>
          </p:cNvPr>
          <p:cNvSpPr>
            <a:spLocks noGrp="1"/>
          </p:cNvSpPr>
          <p:nvPr>
            <p:ph type="subTitle" idx="1"/>
          </p:nvPr>
        </p:nvSpPr>
        <p:spPr/>
        <p:txBody>
          <a:bodyPr/>
          <a:lstStyle/>
          <a:p>
            <a:r>
              <a:rPr lang="en-US"/>
              <a:t>Tien Nguyen</a:t>
            </a:r>
          </a:p>
        </p:txBody>
      </p:sp>
    </p:spTree>
    <p:extLst>
      <p:ext uri="{BB962C8B-B14F-4D97-AF65-F5344CB8AC3E}">
        <p14:creationId xmlns:p14="http://schemas.microsoft.com/office/powerpoint/2010/main" val="1657777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431F-E2F7-2233-C240-1415D571444B}"/>
              </a:ext>
            </a:extLst>
          </p:cNvPr>
          <p:cNvSpPr>
            <a:spLocks noGrp="1"/>
          </p:cNvSpPr>
          <p:nvPr>
            <p:ph type="title"/>
          </p:nvPr>
        </p:nvSpPr>
        <p:spPr/>
        <p:txBody>
          <a:bodyPr/>
          <a:lstStyle/>
          <a:p>
            <a:r>
              <a:rPr lang="en-US"/>
              <a:t>Contents</a:t>
            </a:r>
          </a:p>
        </p:txBody>
      </p:sp>
      <p:sp>
        <p:nvSpPr>
          <p:cNvPr id="3" name="Content Placeholder 2">
            <a:extLst>
              <a:ext uri="{FF2B5EF4-FFF2-40B4-BE49-F238E27FC236}">
                <a16:creationId xmlns:a16="http://schemas.microsoft.com/office/drawing/2014/main" id="{6F708A49-A6BA-95DB-8669-94236D8664EE}"/>
              </a:ext>
            </a:extLst>
          </p:cNvPr>
          <p:cNvSpPr>
            <a:spLocks noGrp="1"/>
          </p:cNvSpPr>
          <p:nvPr>
            <p:ph idx="1"/>
          </p:nvPr>
        </p:nvSpPr>
        <p:spPr/>
        <p:txBody>
          <a:bodyPr/>
          <a:lstStyle/>
          <a:p>
            <a:r>
              <a:rPr lang="en-US"/>
              <a:t>Abstraction </a:t>
            </a:r>
          </a:p>
          <a:p>
            <a:r>
              <a:rPr lang="en-US"/>
              <a:t>Encapsulation  </a:t>
            </a:r>
          </a:p>
          <a:p>
            <a:r>
              <a:rPr lang="en-US"/>
              <a:t>Getter and Setter </a:t>
            </a:r>
          </a:p>
          <a:p>
            <a:r>
              <a:rPr lang="en-US"/>
              <a:t>Inheritance </a:t>
            </a:r>
          </a:p>
          <a:p>
            <a:r>
              <a:rPr lang="en-US"/>
              <a:t>Polymorphism </a:t>
            </a:r>
          </a:p>
          <a:p>
            <a:r>
              <a:rPr lang="en-US"/>
              <a:t>Interface </a:t>
            </a:r>
          </a:p>
          <a:p>
            <a:r>
              <a:rPr lang="en-US"/>
              <a:t>Lamdba expression</a:t>
            </a:r>
          </a:p>
        </p:txBody>
      </p:sp>
      <p:sp>
        <p:nvSpPr>
          <p:cNvPr id="4" name="Footer Placeholder 3">
            <a:extLst>
              <a:ext uri="{FF2B5EF4-FFF2-40B4-BE49-F238E27FC236}">
                <a16:creationId xmlns:a16="http://schemas.microsoft.com/office/drawing/2014/main" id="{5AEAF070-28F1-A06E-3581-3965B3AEEAC1}"/>
              </a:ext>
            </a:extLst>
          </p:cNvPr>
          <p:cNvSpPr>
            <a:spLocks noGrp="1"/>
          </p:cNvSpPr>
          <p:nvPr>
            <p:ph type="ftr" sz="quarter" idx="11"/>
          </p:nvPr>
        </p:nvSpPr>
        <p:spPr/>
        <p:txBody>
          <a:bodyPr/>
          <a:lstStyle/>
          <a:p>
            <a:r>
              <a:rPr lang="en-US"/>
              <a:t>OOD-EIU-Tien Nguyen</a:t>
            </a:r>
          </a:p>
        </p:txBody>
      </p:sp>
    </p:spTree>
    <p:extLst>
      <p:ext uri="{BB962C8B-B14F-4D97-AF65-F5344CB8AC3E}">
        <p14:creationId xmlns:p14="http://schemas.microsoft.com/office/powerpoint/2010/main" val="2960573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208F-96AF-E09C-ADB5-732674A423D0}"/>
              </a:ext>
            </a:extLst>
          </p:cNvPr>
          <p:cNvSpPr>
            <a:spLocks noGrp="1"/>
          </p:cNvSpPr>
          <p:nvPr>
            <p:ph type="title"/>
          </p:nvPr>
        </p:nvSpPr>
        <p:spPr/>
        <p:txBody>
          <a:bodyPr/>
          <a:lstStyle/>
          <a:p>
            <a:r>
              <a:rPr lang="en-US"/>
              <a:t>Basic concepts of OOD</a:t>
            </a:r>
          </a:p>
        </p:txBody>
      </p:sp>
      <p:pic>
        <p:nvPicPr>
          <p:cNvPr id="6" name="Content Placeholder 5">
            <a:extLst>
              <a:ext uri="{FF2B5EF4-FFF2-40B4-BE49-F238E27FC236}">
                <a16:creationId xmlns:a16="http://schemas.microsoft.com/office/drawing/2014/main" id="{B55DD06F-063A-BC49-C1D1-929A4193CF63}"/>
              </a:ext>
            </a:extLst>
          </p:cNvPr>
          <p:cNvPicPr>
            <a:picLocks noGrp="1" noChangeAspect="1"/>
          </p:cNvPicPr>
          <p:nvPr>
            <p:ph idx="1"/>
          </p:nvPr>
        </p:nvPicPr>
        <p:blipFill>
          <a:blip r:embed="rId2"/>
          <a:stretch>
            <a:fillRect/>
          </a:stretch>
        </p:blipFill>
        <p:spPr>
          <a:xfrm>
            <a:off x="1249435" y="1253537"/>
            <a:ext cx="6389615" cy="5239337"/>
          </a:xfrm>
        </p:spPr>
      </p:pic>
      <p:sp>
        <p:nvSpPr>
          <p:cNvPr id="4" name="Footer Placeholder 3">
            <a:extLst>
              <a:ext uri="{FF2B5EF4-FFF2-40B4-BE49-F238E27FC236}">
                <a16:creationId xmlns:a16="http://schemas.microsoft.com/office/drawing/2014/main" id="{9DF6536D-27E9-4126-DB2A-407857EA3B0A}"/>
              </a:ext>
            </a:extLst>
          </p:cNvPr>
          <p:cNvSpPr>
            <a:spLocks noGrp="1"/>
          </p:cNvSpPr>
          <p:nvPr>
            <p:ph type="ftr" sz="quarter" idx="11"/>
          </p:nvPr>
        </p:nvSpPr>
        <p:spPr/>
        <p:txBody>
          <a:bodyPr/>
          <a:lstStyle/>
          <a:p>
            <a:r>
              <a:rPr lang="en-US"/>
              <a:t>OOD-EIU-Tien Nguyen</a:t>
            </a:r>
          </a:p>
        </p:txBody>
      </p:sp>
    </p:spTree>
    <p:extLst>
      <p:ext uri="{BB962C8B-B14F-4D97-AF65-F5344CB8AC3E}">
        <p14:creationId xmlns:p14="http://schemas.microsoft.com/office/powerpoint/2010/main" val="2941755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300E-CF7C-3581-6AF2-E2509CE1529A}"/>
              </a:ext>
            </a:extLst>
          </p:cNvPr>
          <p:cNvSpPr>
            <a:spLocks noGrp="1"/>
          </p:cNvSpPr>
          <p:nvPr>
            <p:ph type="title"/>
          </p:nvPr>
        </p:nvSpPr>
        <p:spPr/>
        <p:txBody>
          <a:bodyPr/>
          <a:lstStyle/>
          <a:p>
            <a:r>
              <a:rPr lang="en-US"/>
              <a:t>Abstraction</a:t>
            </a:r>
          </a:p>
        </p:txBody>
      </p:sp>
      <p:pic>
        <p:nvPicPr>
          <p:cNvPr id="1026" name="Picture 2" descr="Abstraction in Java">
            <a:extLst>
              <a:ext uri="{FF2B5EF4-FFF2-40B4-BE49-F238E27FC236}">
                <a16:creationId xmlns:a16="http://schemas.microsoft.com/office/drawing/2014/main" id="{78AF076B-6A95-1974-3800-3C99CCE804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666" r="8364"/>
          <a:stretch/>
        </p:blipFill>
        <p:spPr bwMode="auto">
          <a:xfrm>
            <a:off x="2371725" y="1924049"/>
            <a:ext cx="4200525" cy="3971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6656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14003-BC06-A44A-D9C5-D713EDAB7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E12EF-6607-86E5-1D36-37F9ADBA9B0A}"/>
              </a:ext>
            </a:extLst>
          </p:cNvPr>
          <p:cNvSpPr>
            <a:spLocks noGrp="1"/>
          </p:cNvSpPr>
          <p:nvPr>
            <p:ph type="title"/>
          </p:nvPr>
        </p:nvSpPr>
        <p:spPr/>
        <p:txBody>
          <a:bodyPr/>
          <a:lstStyle/>
          <a:p>
            <a:r>
              <a:rPr lang="en-US"/>
              <a:t>Abstraction</a:t>
            </a:r>
          </a:p>
        </p:txBody>
      </p:sp>
      <p:sp>
        <p:nvSpPr>
          <p:cNvPr id="3" name="Content Placeholder 2">
            <a:extLst>
              <a:ext uri="{FF2B5EF4-FFF2-40B4-BE49-F238E27FC236}">
                <a16:creationId xmlns:a16="http://schemas.microsoft.com/office/drawing/2014/main" id="{4A47D063-91B3-7F9C-5267-09FB01916318}"/>
              </a:ext>
            </a:extLst>
          </p:cNvPr>
          <p:cNvSpPr>
            <a:spLocks noGrp="1"/>
          </p:cNvSpPr>
          <p:nvPr>
            <p:ph idx="1"/>
          </p:nvPr>
        </p:nvSpPr>
        <p:spPr/>
        <p:txBody>
          <a:bodyPr>
            <a:normAutofit/>
          </a:bodyPr>
          <a:lstStyle/>
          <a:p>
            <a:pPr marL="386954" indent="-310754">
              <a:buFontTx/>
              <a:buChar char="•"/>
            </a:pPr>
            <a:r>
              <a:rPr lang="en-US"/>
              <a:t>“A simplified description, or specification, of a system that emphasizes </a:t>
            </a:r>
            <a:r>
              <a:rPr lang="en-US" b="1">
                <a:solidFill>
                  <a:srgbClr val="FF0000"/>
                </a:solidFill>
              </a:rPr>
              <a:t>some of</a:t>
            </a:r>
            <a:r>
              <a:rPr lang="en-US"/>
              <a:t> the system’s details or properties while suppressing others.”</a:t>
            </a:r>
          </a:p>
        </p:txBody>
      </p:sp>
    </p:spTree>
    <p:extLst>
      <p:ext uri="{BB962C8B-B14F-4D97-AF65-F5344CB8AC3E}">
        <p14:creationId xmlns:p14="http://schemas.microsoft.com/office/powerpoint/2010/main" val="1501060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300E-CF7C-3581-6AF2-E2509CE1529A}"/>
              </a:ext>
            </a:extLst>
          </p:cNvPr>
          <p:cNvSpPr>
            <a:spLocks noGrp="1"/>
          </p:cNvSpPr>
          <p:nvPr>
            <p:ph type="title"/>
          </p:nvPr>
        </p:nvSpPr>
        <p:spPr/>
        <p:txBody>
          <a:bodyPr/>
          <a:lstStyle/>
          <a:p>
            <a:r>
              <a:rPr lang="en-US"/>
              <a:t>Abstraction</a:t>
            </a:r>
          </a:p>
        </p:txBody>
      </p:sp>
      <p:sp>
        <p:nvSpPr>
          <p:cNvPr id="3" name="Content Placeholder 2">
            <a:extLst>
              <a:ext uri="{FF2B5EF4-FFF2-40B4-BE49-F238E27FC236}">
                <a16:creationId xmlns:a16="http://schemas.microsoft.com/office/drawing/2014/main" id="{73DC7C05-024F-CD05-78A5-D6CE6F9493F1}"/>
              </a:ext>
            </a:extLst>
          </p:cNvPr>
          <p:cNvSpPr>
            <a:spLocks noGrp="1"/>
          </p:cNvSpPr>
          <p:nvPr>
            <p:ph idx="1"/>
          </p:nvPr>
        </p:nvSpPr>
        <p:spPr/>
        <p:txBody>
          <a:bodyPr>
            <a:normAutofit/>
          </a:bodyPr>
          <a:lstStyle/>
          <a:p>
            <a:pPr marL="386954" indent="-310754">
              <a:buFontTx/>
              <a:buChar char="•"/>
            </a:pPr>
            <a:r>
              <a:rPr lang="en-US"/>
              <a:t>Hiding the complex reality while exposing only the necessary parts of an object. </a:t>
            </a:r>
          </a:p>
          <a:p>
            <a:pPr marL="386954" indent="-310754">
              <a:buFontTx/>
              <a:buChar char="•"/>
            </a:pPr>
            <a:r>
              <a:rPr lang="en-US"/>
              <a:t>Helps in reducing programming complexity and increasing efficiency. </a:t>
            </a:r>
          </a:p>
        </p:txBody>
      </p:sp>
    </p:spTree>
    <p:extLst>
      <p:ext uri="{BB962C8B-B14F-4D97-AF65-F5344CB8AC3E}">
        <p14:creationId xmlns:p14="http://schemas.microsoft.com/office/powerpoint/2010/main" val="1719935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300E-CF7C-3581-6AF2-E2509CE1529A}"/>
              </a:ext>
            </a:extLst>
          </p:cNvPr>
          <p:cNvSpPr>
            <a:spLocks noGrp="1"/>
          </p:cNvSpPr>
          <p:nvPr>
            <p:ph type="title"/>
          </p:nvPr>
        </p:nvSpPr>
        <p:spPr/>
        <p:txBody>
          <a:bodyPr/>
          <a:lstStyle/>
          <a:p>
            <a:r>
              <a:rPr lang="en-US"/>
              <a:t>Abstraction</a:t>
            </a:r>
          </a:p>
        </p:txBody>
      </p:sp>
      <p:pic>
        <p:nvPicPr>
          <p:cNvPr id="5" name="Picture 4">
            <a:extLst>
              <a:ext uri="{FF2B5EF4-FFF2-40B4-BE49-F238E27FC236}">
                <a16:creationId xmlns:a16="http://schemas.microsoft.com/office/drawing/2014/main" id="{B5E24809-5C96-ACA2-448A-4F3227AC46B9}"/>
              </a:ext>
            </a:extLst>
          </p:cNvPr>
          <p:cNvPicPr>
            <a:picLocks noChangeAspect="1"/>
          </p:cNvPicPr>
          <p:nvPr/>
        </p:nvPicPr>
        <p:blipFill>
          <a:blip r:embed="rId2"/>
          <a:stretch>
            <a:fillRect/>
          </a:stretch>
        </p:blipFill>
        <p:spPr>
          <a:xfrm>
            <a:off x="1557131" y="1413781"/>
            <a:ext cx="5713344" cy="4030438"/>
          </a:xfrm>
          <a:prstGeom prst="rect">
            <a:avLst/>
          </a:prstGeom>
        </p:spPr>
      </p:pic>
    </p:spTree>
    <p:extLst>
      <p:ext uri="{BB962C8B-B14F-4D97-AF65-F5344CB8AC3E}">
        <p14:creationId xmlns:p14="http://schemas.microsoft.com/office/powerpoint/2010/main" val="383637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46160-52E5-1C3B-8C5D-D43C320B3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4D2BB-C3C8-FEC6-B33F-5AFD55ADCCAC}"/>
              </a:ext>
            </a:extLst>
          </p:cNvPr>
          <p:cNvSpPr>
            <a:spLocks noGrp="1"/>
          </p:cNvSpPr>
          <p:nvPr>
            <p:ph type="title"/>
          </p:nvPr>
        </p:nvSpPr>
        <p:spPr/>
        <p:txBody>
          <a:bodyPr/>
          <a:lstStyle/>
          <a:p>
            <a:r>
              <a:rPr lang="en-US"/>
              <a:t>Abstraction</a:t>
            </a:r>
          </a:p>
        </p:txBody>
      </p:sp>
      <p:sp>
        <p:nvSpPr>
          <p:cNvPr id="3" name="Content Placeholder 2">
            <a:extLst>
              <a:ext uri="{FF2B5EF4-FFF2-40B4-BE49-F238E27FC236}">
                <a16:creationId xmlns:a16="http://schemas.microsoft.com/office/drawing/2014/main" id="{62BEBAD4-3F8F-E5C0-FB8C-DE32E84F80D7}"/>
              </a:ext>
            </a:extLst>
          </p:cNvPr>
          <p:cNvSpPr>
            <a:spLocks noGrp="1"/>
          </p:cNvSpPr>
          <p:nvPr>
            <p:ph idx="1"/>
          </p:nvPr>
        </p:nvSpPr>
        <p:spPr/>
        <p:txBody>
          <a:bodyPr>
            <a:normAutofit/>
          </a:bodyPr>
          <a:lstStyle/>
          <a:p>
            <a:pPr marL="386954" indent="-310754">
              <a:buFontTx/>
              <a:buChar char="•"/>
            </a:pPr>
            <a:r>
              <a:rPr lang="en-US"/>
              <a:t>Hiding implementation is not just a matter of putting a layer of functions between the variables. </a:t>
            </a:r>
          </a:p>
        </p:txBody>
      </p:sp>
    </p:spTree>
    <p:extLst>
      <p:ext uri="{BB962C8B-B14F-4D97-AF65-F5344CB8AC3E}">
        <p14:creationId xmlns:p14="http://schemas.microsoft.com/office/powerpoint/2010/main" val="2485761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6FEDF-B9F5-0E07-9635-DEC0BFA06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C77B-F4C7-0215-F17B-4B9A27B86CAA}"/>
              </a:ext>
            </a:extLst>
          </p:cNvPr>
          <p:cNvSpPr>
            <a:spLocks noGrp="1"/>
          </p:cNvSpPr>
          <p:nvPr>
            <p:ph type="title"/>
          </p:nvPr>
        </p:nvSpPr>
        <p:spPr/>
        <p:txBody>
          <a:bodyPr/>
          <a:lstStyle/>
          <a:p>
            <a:r>
              <a:rPr lang="en-US"/>
              <a:t>Abstraction</a:t>
            </a:r>
          </a:p>
        </p:txBody>
      </p:sp>
      <p:sp>
        <p:nvSpPr>
          <p:cNvPr id="3" name="Content Placeholder 2">
            <a:extLst>
              <a:ext uri="{FF2B5EF4-FFF2-40B4-BE49-F238E27FC236}">
                <a16:creationId xmlns:a16="http://schemas.microsoft.com/office/drawing/2014/main" id="{9460C484-FF6F-5DFB-2FF6-8D15F9A95EDD}"/>
              </a:ext>
            </a:extLst>
          </p:cNvPr>
          <p:cNvSpPr>
            <a:spLocks noGrp="1"/>
          </p:cNvSpPr>
          <p:nvPr>
            <p:ph idx="1"/>
          </p:nvPr>
        </p:nvSpPr>
        <p:spPr/>
        <p:txBody>
          <a:bodyPr>
            <a:normAutofit/>
          </a:bodyPr>
          <a:lstStyle/>
          <a:p>
            <a:pPr marL="386954" indent="-310754">
              <a:buFontTx/>
              <a:buChar char="•"/>
            </a:pPr>
            <a:r>
              <a:rPr lang="en-US"/>
              <a:t>Class exposes abstract interfaces that allow its users to manipulate the essence of the data, without having to know its implementation.</a:t>
            </a:r>
          </a:p>
        </p:txBody>
      </p:sp>
    </p:spTree>
    <p:extLst>
      <p:ext uri="{BB962C8B-B14F-4D97-AF65-F5344CB8AC3E}">
        <p14:creationId xmlns:p14="http://schemas.microsoft.com/office/powerpoint/2010/main" val="1502351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CFFAD-6BF2-BC96-3118-084743A92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4F4CC-8897-BA84-6FDE-97B3EED4CBA7}"/>
              </a:ext>
            </a:extLst>
          </p:cNvPr>
          <p:cNvSpPr>
            <a:spLocks noGrp="1"/>
          </p:cNvSpPr>
          <p:nvPr>
            <p:ph type="title"/>
          </p:nvPr>
        </p:nvSpPr>
        <p:spPr/>
        <p:txBody>
          <a:bodyPr/>
          <a:lstStyle/>
          <a:p>
            <a:r>
              <a:rPr lang="en-US"/>
              <a:t>Abstraction</a:t>
            </a:r>
          </a:p>
        </p:txBody>
      </p:sp>
      <p:pic>
        <p:nvPicPr>
          <p:cNvPr id="1028" name="Picture 4" descr="Nguyên nhân và cách khắc phục lỗi kim xăng xe máy báo sai">
            <a:extLst>
              <a:ext uri="{FF2B5EF4-FFF2-40B4-BE49-F238E27FC236}">
                <a16:creationId xmlns:a16="http://schemas.microsoft.com/office/drawing/2014/main" id="{F2497026-4462-DA3E-7D87-F642D78637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16" t="22497" r="6197" b="18929"/>
          <a:stretch/>
        </p:blipFill>
        <p:spPr bwMode="auto">
          <a:xfrm>
            <a:off x="1139687" y="2130287"/>
            <a:ext cx="6467062" cy="2597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016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46A38-949E-CACE-DE6A-A95E0C174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B9A98-7773-4B6D-81DE-D9A9C99C3565}"/>
              </a:ext>
            </a:extLst>
          </p:cNvPr>
          <p:cNvSpPr>
            <a:spLocks noGrp="1"/>
          </p:cNvSpPr>
          <p:nvPr>
            <p:ph type="title"/>
          </p:nvPr>
        </p:nvSpPr>
        <p:spPr/>
        <p:txBody>
          <a:bodyPr/>
          <a:lstStyle/>
          <a:p>
            <a:r>
              <a:rPr lang="en-US"/>
              <a:t>Abstraction</a:t>
            </a:r>
          </a:p>
        </p:txBody>
      </p:sp>
      <p:pic>
        <p:nvPicPr>
          <p:cNvPr id="9" name="Picture 8">
            <a:extLst>
              <a:ext uri="{FF2B5EF4-FFF2-40B4-BE49-F238E27FC236}">
                <a16:creationId xmlns:a16="http://schemas.microsoft.com/office/drawing/2014/main" id="{F3F51DFE-ACAF-2100-C983-73997BA34CAE}"/>
              </a:ext>
            </a:extLst>
          </p:cNvPr>
          <p:cNvPicPr>
            <a:picLocks noChangeAspect="1"/>
          </p:cNvPicPr>
          <p:nvPr/>
        </p:nvPicPr>
        <p:blipFill>
          <a:blip r:embed="rId2"/>
          <a:stretch>
            <a:fillRect/>
          </a:stretch>
        </p:blipFill>
        <p:spPr>
          <a:xfrm>
            <a:off x="115964" y="1637353"/>
            <a:ext cx="8792802" cy="1714739"/>
          </a:xfrm>
          <a:prstGeom prst="rect">
            <a:avLst/>
          </a:prstGeom>
        </p:spPr>
      </p:pic>
      <p:pic>
        <p:nvPicPr>
          <p:cNvPr id="11" name="Picture 10">
            <a:extLst>
              <a:ext uri="{FF2B5EF4-FFF2-40B4-BE49-F238E27FC236}">
                <a16:creationId xmlns:a16="http://schemas.microsoft.com/office/drawing/2014/main" id="{9F16DAEB-4C39-F280-10C6-7E693BE323AF}"/>
              </a:ext>
            </a:extLst>
          </p:cNvPr>
          <p:cNvPicPr>
            <a:picLocks noChangeAspect="1"/>
          </p:cNvPicPr>
          <p:nvPr/>
        </p:nvPicPr>
        <p:blipFill>
          <a:blip r:embed="rId3"/>
          <a:stretch>
            <a:fillRect/>
          </a:stretch>
        </p:blipFill>
        <p:spPr>
          <a:xfrm>
            <a:off x="115964" y="3680896"/>
            <a:ext cx="8688012" cy="1457528"/>
          </a:xfrm>
          <a:prstGeom prst="rect">
            <a:avLst/>
          </a:prstGeom>
        </p:spPr>
      </p:pic>
      <p:sp>
        <p:nvSpPr>
          <p:cNvPr id="12" name="TextBox 11">
            <a:extLst>
              <a:ext uri="{FF2B5EF4-FFF2-40B4-BE49-F238E27FC236}">
                <a16:creationId xmlns:a16="http://schemas.microsoft.com/office/drawing/2014/main" id="{548D923E-9A91-008E-D932-F60F31034EB6}"/>
              </a:ext>
            </a:extLst>
          </p:cNvPr>
          <p:cNvSpPr txBox="1"/>
          <p:nvPr/>
        </p:nvSpPr>
        <p:spPr>
          <a:xfrm>
            <a:off x="5758070" y="4505740"/>
            <a:ext cx="794256" cy="369332"/>
          </a:xfrm>
          <a:prstGeom prst="rect">
            <a:avLst/>
          </a:prstGeom>
          <a:solidFill>
            <a:srgbClr val="92D050"/>
          </a:solidFill>
        </p:spPr>
        <p:txBody>
          <a:bodyPr wrap="none" rtlCol="0">
            <a:spAutoFit/>
          </a:bodyPr>
          <a:lstStyle/>
          <a:p>
            <a:r>
              <a:rPr lang="en-US"/>
              <a:t>Better</a:t>
            </a:r>
          </a:p>
        </p:txBody>
      </p:sp>
    </p:spTree>
    <p:extLst>
      <p:ext uri="{BB962C8B-B14F-4D97-AF65-F5344CB8AC3E}">
        <p14:creationId xmlns:p14="http://schemas.microsoft.com/office/powerpoint/2010/main" val="3644315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300E-CF7C-3581-6AF2-E2509CE1529A}"/>
              </a:ext>
            </a:extLst>
          </p:cNvPr>
          <p:cNvSpPr>
            <a:spLocks noGrp="1"/>
          </p:cNvSpPr>
          <p:nvPr>
            <p:ph type="title"/>
          </p:nvPr>
        </p:nvSpPr>
        <p:spPr/>
        <p:txBody>
          <a:bodyPr/>
          <a:lstStyle/>
          <a:p>
            <a:r>
              <a:rPr lang="en-US"/>
              <a:t>OOP concepts: Encapsulation</a:t>
            </a:r>
          </a:p>
        </p:txBody>
      </p:sp>
      <p:sp>
        <p:nvSpPr>
          <p:cNvPr id="3" name="Content Placeholder 2">
            <a:extLst>
              <a:ext uri="{FF2B5EF4-FFF2-40B4-BE49-F238E27FC236}">
                <a16:creationId xmlns:a16="http://schemas.microsoft.com/office/drawing/2014/main" id="{73DC7C05-024F-CD05-78A5-D6CE6F9493F1}"/>
              </a:ext>
            </a:extLst>
          </p:cNvPr>
          <p:cNvSpPr>
            <a:spLocks noGrp="1"/>
          </p:cNvSpPr>
          <p:nvPr>
            <p:ph idx="1"/>
          </p:nvPr>
        </p:nvSpPr>
        <p:spPr/>
        <p:txBody>
          <a:bodyPr>
            <a:normAutofit/>
          </a:bodyPr>
          <a:lstStyle/>
          <a:p>
            <a:pPr marL="386954" indent="-310754">
              <a:buFontTx/>
              <a:buChar char="•"/>
            </a:pPr>
            <a:r>
              <a:rPr lang="en-US"/>
              <a:t>Is a fundamental concept in OOP.</a:t>
            </a:r>
          </a:p>
          <a:p>
            <a:pPr marL="386954" indent="-310754">
              <a:buFontTx/>
              <a:buChar char="•"/>
            </a:pPr>
            <a:r>
              <a:rPr lang="en-US"/>
              <a:t>Combines data (attributes) and methods that work with that data into a single unit known as a class. </a:t>
            </a:r>
          </a:p>
        </p:txBody>
      </p:sp>
    </p:spTree>
    <p:extLst>
      <p:ext uri="{BB962C8B-B14F-4D97-AF65-F5344CB8AC3E}">
        <p14:creationId xmlns:p14="http://schemas.microsoft.com/office/powerpoint/2010/main" val="1906674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0FDF9-5878-1CF1-6966-95E5FECB5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1450A-836E-809F-9C51-A2DB8F4C6154}"/>
              </a:ext>
            </a:extLst>
          </p:cNvPr>
          <p:cNvSpPr>
            <a:spLocks noGrp="1"/>
          </p:cNvSpPr>
          <p:nvPr>
            <p:ph type="title"/>
          </p:nvPr>
        </p:nvSpPr>
        <p:spPr/>
        <p:txBody>
          <a:bodyPr/>
          <a:lstStyle/>
          <a:p>
            <a:r>
              <a:rPr lang="en-US"/>
              <a:t>Encapsulation</a:t>
            </a:r>
          </a:p>
        </p:txBody>
      </p:sp>
      <p:sp>
        <p:nvSpPr>
          <p:cNvPr id="3" name="Content Placeholder 2">
            <a:extLst>
              <a:ext uri="{FF2B5EF4-FFF2-40B4-BE49-F238E27FC236}">
                <a16:creationId xmlns:a16="http://schemas.microsoft.com/office/drawing/2014/main" id="{6E2DA527-59EF-D697-3BB0-F66D0707A49E}"/>
              </a:ext>
            </a:extLst>
          </p:cNvPr>
          <p:cNvSpPr>
            <a:spLocks noGrp="1"/>
          </p:cNvSpPr>
          <p:nvPr>
            <p:ph idx="1"/>
          </p:nvPr>
        </p:nvSpPr>
        <p:spPr/>
        <p:txBody>
          <a:bodyPr>
            <a:normAutofit/>
          </a:bodyPr>
          <a:lstStyle/>
          <a:p>
            <a:pPr marL="386954" indent="-310754">
              <a:buFontTx/>
              <a:buChar char="•"/>
            </a:pPr>
            <a:r>
              <a:rPr lang="en-US"/>
              <a:t>Is a protective layer around the data maintains its integrity and prevents unauthorized access.</a:t>
            </a:r>
          </a:p>
        </p:txBody>
      </p:sp>
    </p:spTree>
    <p:extLst>
      <p:ext uri="{BB962C8B-B14F-4D97-AF65-F5344CB8AC3E}">
        <p14:creationId xmlns:p14="http://schemas.microsoft.com/office/powerpoint/2010/main" val="820581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300E-CF7C-3581-6AF2-E2509CE1529A}"/>
              </a:ext>
            </a:extLst>
          </p:cNvPr>
          <p:cNvSpPr>
            <a:spLocks noGrp="1"/>
          </p:cNvSpPr>
          <p:nvPr>
            <p:ph type="title"/>
          </p:nvPr>
        </p:nvSpPr>
        <p:spPr/>
        <p:txBody>
          <a:bodyPr/>
          <a:lstStyle/>
          <a:p>
            <a:r>
              <a:rPr lang="en-US"/>
              <a:t>Encapsulation</a:t>
            </a:r>
          </a:p>
        </p:txBody>
      </p:sp>
      <p:grpSp>
        <p:nvGrpSpPr>
          <p:cNvPr id="3" name="Group 51">
            <a:extLst>
              <a:ext uri="{FF2B5EF4-FFF2-40B4-BE49-F238E27FC236}">
                <a16:creationId xmlns:a16="http://schemas.microsoft.com/office/drawing/2014/main" id="{B5673388-C894-24AB-5159-079D984CB349}"/>
              </a:ext>
            </a:extLst>
          </p:cNvPr>
          <p:cNvGrpSpPr>
            <a:grpSpLocks/>
          </p:cNvGrpSpPr>
          <p:nvPr/>
        </p:nvGrpSpPr>
        <p:grpSpPr bwMode="auto">
          <a:xfrm>
            <a:off x="4047711" y="2049946"/>
            <a:ext cx="2114550" cy="3657600"/>
            <a:chOff x="2165" y="816"/>
            <a:chExt cx="1776" cy="3072"/>
          </a:xfrm>
        </p:grpSpPr>
        <p:sp>
          <p:nvSpPr>
            <p:cNvPr id="4" name="Rectangle 4">
              <a:extLst>
                <a:ext uri="{FF2B5EF4-FFF2-40B4-BE49-F238E27FC236}">
                  <a16:creationId xmlns:a16="http://schemas.microsoft.com/office/drawing/2014/main" id="{CB3C8AA3-48F4-C204-2E68-9ABDC26B33F0}"/>
                </a:ext>
              </a:extLst>
            </p:cNvPr>
            <p:cNvSpPr>
              <a:spLocks noChangeArrowheads="1"/>
            </p:cNvSpPr>
            <p:nvPr/>
          </p:nvSpPr>
          <p:spPr bwMode="auto">
            <a:xfrm>
              <a:off x="2165" y="816"/>
              <a:ext cx="1776"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a:spcBef>
                  <a:spcPct val="0"/>
                </a:spcBef>
                <a:buClrTx/>
                <a:buNone/>
                <a:defRPr/>
              </a:pPr>
              <a:r>
                <a:rPr lang="en-US" altLang="en-US" sz="1800" kern="0">
                  <a:solidFill>
                    <a:srgbClr val="000000"/>
                  </a:solidFill>
                </a:rPr>
                <a:t>Object</a:t>
              </a:r>
            </a:p>
          </p:txBody>
        </p:sp>
        <p:sp>
          <p:nvSpPr>
            <p:cNvPr id="5" name="Rectangle 5">
              <a:extLst>
                <a:ext uri="{FF2B5EF4-FFF2-40B4-BE49-F238E27FC236}">
                  <a16:creationId xmlns:a16="http://schemas.microsoft.com/office/drawing/2014/main" id="{2ACE7DA2-B948-CAA6-F159-867F41E6416F}"/>
                </a:ext>
              </a:extLst>
            </p:cNvPr>
            <p:cNvSpPr>
              <a:spLocks noChangeArrowheads="1"/>
            </p:cNvSpPr>
            <p:nvPr/>
          </p:nvSpPr>
          <p:spPr bwMode="auto">
            <a:xfrm>
              <a:off x="2165" y="1104"/>
              <a:ext cx="1776" cy="336"/>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a:spcBef>
                  <a:spcPct val="0"/>
                </a:spcBef>
                <a:buClrTx/>
                <a:buNone/>
                <a:defRPr/>
              </a:pPr>
              <a:r>
                <a:rPr lang="en-US" altLang="en-US" sz="1350" kern="0">
                  <a:solidFill>
                    <a:srgbClr val="000000"/>
                  </a:solidFill>
                </a:rPr>
                <a:t>Attributes (data)</a:t>
              </a:r>
              <a:br>
                <a:rPr lang="en-US" altLang="en-US" sz="1350" kern="0">
                  <a:solidFill>
                    <a:srgbClr val="000000"/>
                  </a:solidFill>
                </a:rPr>
              </a:br>
              <a:r>
                <a:rPr lang="en-US" altLang="en-US" sz="1350" kern="0">
                  <a:solidFill>
                    <a:srgbClr val="000000"/>
                  </a:solidFill>
                </a:rPr>
                <a:t>typically private to this object</a:t>
              </a:r>
            </a:p>
          </p:txBody>
        </p:sp>
        <p:sp>
          <p:nvSpPr>
            <p:cNvPr id="41" name="Rectangle 6">
              <a:extLst>
                <a:ext uri="{FF2B5EF4-FFF2-40B4-BE49-F238E27FC236}">
                  <a16:creationId xmlns:a16="http://schemas.microsoft.com/office/drawing/2014/main" id="{815E19AB-ACB4-BFB0-4FEA-372E88D560DD}"/>
                </a:ext>
              </a:extLst>
            </p:cNvPr>
            <p:cNvSpPr>
              <a:spLocks noChangeArrowheads="1"/>
            </p:cNvSpPr>
            <p:nvPr/>
          </p:nvSpPr>
          <p:spPr bwMode="auto">
            <a:xfrm>
              <a:off x="2165" y="1440"/>
              <a:ext cx="1776" cy="2448"/>
            </a:xfrm>
            <a:prstGeom prst="rect">
              <a:avLst/>
            </a:prstGeom>
            <a:solidFill>
              <a:srgbClr val="BBE0E3"/>
            </a:solidFill>
            <a:ln w="9525">
              <a:solidFill>
                <a:srgbClr val="000000"/>
              </a:solidFill>
              <a:miter lim="800000"/>
              <a:headEnd/>
              <a:tailEnd/>
            </a:ln>
          </p:spPr>
          <p:txBody>
            <a:bodyPr wrap="none" anchor="b"/>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a:spcBef>
                  <a:spcPct val="0"/>
                </a:spcBef>
                <a:buClrTx/>
                <a:buNone/>
                <a:defRPr/>
              </a:pPr>
              <a:r>
                <a:rPr lang="en-US" altLang="en-US" sz="1350" kern="0">
                  <a:solidFill>
                    <a:srgbClr val="000000"/>
                  </a:solidFill>
                </a:rPr>
                <a:t>Methods</a:t>
              </a:r>
              <a:br>
                <a:rPr lang="en-US" altLang="en-US" sz="1350" kern="0">
                  <a:solidFill>
                    <a:srgbClr val="000000"/>
                  </a:solidFill>
                </a:rPr>
              </a:br>
              <a:r>
                <a:rPr lang="en-US" altLang="en-US" sz="1350" kern="0">
                  <a:solidFill>
                    <a:srgbClr val="000000"/>
                  </a:solidFill>
                </a:rPr>
                <a:t>(behaviors / procedures)</a:t>
              </a:r>
            </a:p>
          </p:txBody>
        </p:sp>
        <p:grpSp>
          <p:nvGrpSpPr>
            <p:cNvPr id="42" name="Group 7">
              <a:extLst>
                <a:ext uri="{FF2B5EF4-FFF2-40B4-BE49-F238E27FC236}">
                  <a16:creationId xmlns:a16="http://schemas.microsoft.com/office/drawing/2014/main" id="{F9FB3C42-C5CB-9B64-DF13-5E401BBEC808}"/>
                </a:ext>
              </a:extLst>
            </p:cNvPr>
            <p:cNvGrpSpPr>
              <a:grpSpLocks/>
            </p:cNvGrpSpPr>
            <p:nvPr/>
          </p:nvGrpSpPr>
          <p:grpSpPr bwMode="auto">
            <a:xfrm>
              <a:off x="2501" y="2112"/>
              <a:ext cx="1147" cy="1296"/>
              <a:chOff x="1584" y="1584"/>
              <a:chExt cx="1402" cy="1584"/>
            </a:xfrm>
          </p:grpSpPr>
          <p:grpSp>
            <p:nvGrpSpPr>
              <p:cNvPr id="46" name="Group 8">
                <a:extLst>
                  <a:ext uri="{FF2B5EF4-FFF2-40B4-BE49-F238E27FC236}">
                    <a16:creationId xmlns:a16="http://schemas.microsoft.com/office/drawing/2014/main" id="{A21C4AB8-1F00-5D1A-FE02-EC5133E43950}"/>
                  </a:ext>
                </a:extLst>
              </p:cNvPr>
              <p:cNvGrpSpPr>
                <a:grpSpLocks/>
              </p:cNvGrpSpPr>
              <p:nvPr/>
            </p:nvGrpSpPr>
            <p:grpSpPr bwMode="auto">
              <a:xfrm>
                <a:off x="1584" y="1584"/>
                <a:ext cx="346" cy="432"/>
                <a:chOff x="1776" y="2208"/>
                <a:chExt cx="192" cy="240"/>
              </a:xfrm>
            </p:grpSpPr>
            <p:sp>
              <p:nvSpPr>
                <p:cNvPr id="71" name="AutoShape 9">
                  <a:extLst>
                    <a:ext uri="{FF2B5EF4-FFF2-40B4-BE49-F238E27FC236}">
                      <a16:creationId xmlns:a16="http://schemas.microsoft.com/office/drawing/2014/main" id="{25B45645-4484-990D-8412-1BB6BABAFF9B}"/>
                    </a:ext>
                  </a:extLst>
                </p:cNvPr>
                <p:cNvSpPr>
                  <a:spLocks noChangeArrowheads="1"/>
                </p:cNvSpPr>
                <p:nvPr/>
              </p:nvSpPr>
              <p:spPr bwMode="auto">
                <a:xfrm>
                  <a:off x="1776" y="2208"/>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wrap="none" anchor="ctr"/>
                <a:lstStyle/>
                <a:p>
                  <a:pPr>
                    <a:defRPr/>
                  </a:pPr>
                  <a:endParaRPr lang="en-IN" sz="1350" kern="0">
                    <a:solidFill>
                      <a:srgbClr val="000000"/>
                    </a:solidFill>
                  </a:endParaRPr>
                </a:p>
              </p:txBody>
            </p:sp>
            <p:sp>
              <p:nvSpPr>
                <p:cNvPr id="72" name="AutoShape 10">
                  <a:extLst>
                    <a:ext uri="{FF2B5EF4-FFF2-40B4-BE49-F238E27FC236}">
                      <a16:creationId xmlns:a16="http://schemas.microsoft.com/office/drawing/2014/main" id="{E1B90542-0E81-C09F-F8C4-AA0F42FB898B}"/>
                    </a:ext>
                  </a:extLst>
                </p:cNvPr>
                <p:cNvSpPr>
                  <a:spLocks noChangeArrowheads="1"/>
                </p:cNvSpPr>
                <p:nvPr/>
              </p:nvSpPr>
              <p:spPr bwMode="auto">
                <a:xfrm flipH="1" flipV="1">
                  <a:off x="1776" y="2256"/>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rot="10800000" wrap="none" anchor="ctr"/>
                <a:lstStyle/>
                <a:p>
                  <a:pPr>
                    <a:defRPr/>
                  </a:pPr>
                  <a:endParaRPr lang="en-IN" sz="1350" kern="0">
                    <a:solidFill>
                      <a:srgbClr val="000000"/>
                    </a:solidFill>
                  </a:endParaRPr>
                </a:p>
              </p:txBody>
            </p:sp>
          </p:grpSp>
          <p:grpSp>
            <p:nvGrpSpPr>
              <p:cNvPr id="47" name="Group 11">
                <a:extLst>
                  <a:ext uri="{FF2B5EF4-FFF2-40B4-BE49-F238E27FC236}">
                    <a16:creationId xmlns:a16="http://schemas.microsoft.com/office/drawing/2014/main" id="{7003545F-0EB8-B9C4-0AC2-F05FA5A69684}"/>
                  </a:ext>
                </a:extLst>
              </p:cNvPr>
              <p:cNvGrpSpPr>
                <a:grpSpLocks/>
              </p:cNvGrpSpPr>
              <p:nvPr/>
            </p:nvGrpSpPr>
            <p:grpSpPr bwMode="auto">
              <a:xfrm>
                <a:off x="2112" y="1584"/>
                <a:ext cx="346" cy="432"/>
                <a:chOff x="1776" y="2208"/>
                <a:chExt cx="192" cy="240"/>
              </a:xfrm>
            </p:grpSpPr>
            <p:sp>
              <p:nvSpPr>
                <p:cNvPr id="69" name="AutoShape 12">
                  <a:extLst>
                    <a:ext uri="{FF2B5EF4-FFF2-40B4-BE49-F238E27FC236}">
                      <a16:creationId xmlns:a16="http://schemas.microsoft.com/office/drawing/2014/main" id="{032889DC-8CC3-9078-253B-184A4DF66DB5}"/>
                    </a:ext>
                  </a:extLst>
                </p:cNvPr>
                <p:cNvSpPr>
                  <a:spLocks noChangeArrowheads="1"/>
                </p:cNvSpPr>
                <p:nvPr/>
              </p:nvSpPr>
              <p:spPr bwMode="auto">
                <a:xfrm>
                  <a:off x="1776" y="2208"/>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wrap="none" anchor="ctr"/>
                <a:lstStyle/>
                <a:p>
                  <a:pPr>
                    <a:defRPr/>
                  </a:pPr>
                  <a:endParaRPr lang="en-IN" sz="1350" kern="0">
                    <a:solidFill>
                      <a:srgbClr val="000000"/>
                    </a:solidFill>
                  </a:endParaRPr>
                </a:p>
              </p:txBody>
            </p:sp>
            <p:sp>
              <p:nvSpPr>
                <p:cNvPr id="70" name="AutoShape 13">
                  <a:extLst>
                    <a:ext uri="{FF2B5EF4-FFF2-40B4-BE49-F238E27FC236}">
                      <a16:creationId xmlns:a16="http://schemas.microsoft.com/office/drawing/2014/main" id="{556E4ECE-C802-C46C-C2CC-C2F4CA7CA6E2}"/>
                    </a:ext>
                  </a:extLst>
                </p:cNvPr>
                <p:cNvSpPr>
                  <a:spLocks noChangeArrowheads="1"/>
                </p:cNvSpPr>
                <p:nvPr/>
              </p:nvSpPr>
              <p:spPr bwMode="auto">
                <a:xfrm flipH="1" flipV="1">
                  <a:off x="1776" y="2256"/>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rot="10800000" wrap="none" anchor="ctr"/>
                <a:lstStyle/>
                <a:p>
                  <a:pPr>
                    <a:defRPr/>
                  </a:pPr>
                  <a:endParaRPr lang="en-IN" sz="1350" kern="0">
                    <a:solidFill>
                      <a:srgbClr val="000000"/>
                    </a:solidFill>
                  </a:endParaRPr>
                </a:p>
              </p:txBody>
            </p:sp>
          </p:grpSp>
          <p:grpSp>
            <p:nvGrpSpPr>
              <p:cNvPr id="48" name="Group 14">
                <a:extLst>
                  <a:ext uri="{FF2B5EF4-FFF2-40B4-BE49-F238E27FC236}">
                    <a16:creationId xmlns:a16="http://schemas.microsoft.com/office/drawing/2014/main" id="{0BD2703A-93A8-82D2-586D-F7B9AE66340E}"/>
                  </a:ext>
                </a:extLst>
              </p:cNvPr>
              <p:cNvGrpSpPr>
                <a:grpSpLocks/>
              </p:cNvGrpSpPr>
              <p:nvPr/>
            </p:nvGrpSpPr>
            <p:grpSpPr bwMode="auto">
              <a:xfrm>
                <a:off x="2640" y="1584"/>
                <a:ext cx="346" cy="432"/>
                <a:chOff x="1776" y="2208"/>
                <a:chExt cx="192" cy="240"/>
              </a:xfrm>
            </p:grpSpPr>
            <p:sp>
              <p:nvSpPr>
                <p:cNvPr id="67" name="AutoShape 15">
                  <a:extLst>
                    <a:ext uri="{FF2B5EF4-FFF2-40B4-BE49-F238E27FC236}">
                      <a16:creationId xmlns:a16="http://schemas.microsoft.com/office/drawing/2014/main" id="{ECF5A39F-0569-B611-015E-A2716378EA5E}"/>
                    </a:ext>
                  </a:extLst>
                </p:cNvPr>
                <p:cNvSpPr>
                  <a:spLocks noChangeArrowheads="1"/>
                </p:cNvSpPr>
                <p:nvPr/>
              </p:nvSpPr>
              <p:spPr bwMode="auto">
                <a:xfrm>
                  <a:off x="1776" y="2208"/>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wrap="none" anchor="ctr"/>
                <a:lstStyle/>
                <a:p>
                  <a:pPr>
                    <a:defRPr/>
                  </a:pPr>
                  <a:endParaRPr lang="en-IN" sz="1350" kern="0">
                    <a:solidFill>
                      <a:srgbClr val="000000"/>
                    </a:solidFill>
                  </a:endParaRPr>
                </a:p>
              </p:txBody>
            </p:sp>
            <p:sp>
              <p:nvSpPr>
                <p:cNvPr id="68" name="AutoShape 16">
                  <a:extLst>
                    <a:ext uri="{FF2B5EF4-FFF2-40B4-BE49-F238E27FC236}">
                      <a16:creationId xmlns:a16="http://schemas.microsoft.com/office/drawing/2014/main" id="{831DA7BA-FCC1-EB5A-AC2F-6B1F63479FA3}"/>
                    </a:ext>
                  </a:extLst>
                </p:cNvPr>
                <p:cNvSpPr>
                  <a:spLocks noChangeArrowheads="1"/>
                </p:cNvSpPr>
                <p:nvPr/>
              </p:nvSpPr>
              <p:spPr bwMode="auto">
                <a:xfrm flipH="1" flipV="1">
                  <a:off x="1776" y="2256"/>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rot="10800000" wrap="none" anchor="ctr"/>
                <a:lstStyle/>
                <a:p>
                  <a:pPr>
                    <a:defRPr/>
                  </a:pPr>
                  <a:endParaRPr lang="en-IN" sz="1350" kern="0">
                    <a:solidFill>
                      <a:srgbClr val="000000"/>
                    </a:solidFill>
                  </a:endParaRPr>
                </a:p>
              </p:txBody>
            </p:sp>
          </p:grpSp>
          <p:grpSp>
            <p:nvGrpSpPr>
              <p:cNvPr id="49" name="Group 17">
                <a:extLst>
                  <a:ext uri="{FF2B5EF4-FFF2-40B4-BE49-F238E27FC236}">
                    <a16:creationId xmlns:a16="http://schemas.microsoft.com/office/drawing/2014/main" id="{408E78F2-FD22-4382-E674-7055EDA57E39}"/>
                  </a:ext>
                </a:extLst>
              </p:cNvPr>
              <p:cNvGrpSpPr>
                <a:grpSpLocks/>
              </p:cNvGrpSpPr>
              <p:nvPr/>
            </p:nvGrpSpPr>
            <p:grpSpPr bwMode="auto">
              <a:xfrm>
                <a:off x="2640" y="2736"/>
                <a:ext cx="346" cy="432"/>
                <a:chOff x="1776" y="2208"/>
                <a:chExt cx="192" cy="240"/>
              </a:xfrm>
            </p:grpSpPr>
            <p:sp>
              <p:nvSpPr>
                <p:cNvPr id="65" name="AutoShape 18">
                  <a:extLst>
                    <a:ext uri="{FF2B5EF4-FFF2-40B4-BE49-F238E27FC236}">
                      <a16:creationId xmlns:a16="http://schemas.microsoft.com/office/drawing/2014/main" id="{CDF386D9-ED0C-E788-4E00-6468CCF914B0}"/>
                    </a:ext>
                  </a:extLst>
                </p:cNvPr>
                <p:cNvSpPr>
                  <a:spLocks noChangeArrowheads="1"/>
                </p:cNvSpPr>
                <p:nvPr/>
              </p:nvSpPr>
              <p:spPr bwMode="auto">
                <a:xfrm>
                  <a:off x="1776" y="2208"/>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wrap="none" anchor="ctr"/>
                <a:lstStyle/>
                <a:p>
                  <a:pPr>
                    <a:defRPr/>
                  </a:pPr>
                  <a:endParaRPr lang="en-IN" sz="1350" kern="0">
                    <a:solidFill>
                      <a:srgbClr val="000000"/>
                    </a:solidFill>
                  </a:endParaRPr>
                </a:p>
              </p:txBody>
            </p:sp>
            <p:sp>
              <p:nvSpPr>
                <p:cNvPr id="66" name="AutoShape 19">
                  <a:extLst>
                    <a:ext uri="{FF2B5EF4-FFF2-40B4-BE49-F238E27FC236}">
                      <a16:creationId xmlns:a16="http://schemas.microsoft.com/office/drawing/2014/main" id="{DCAFA012-0F2B-F839-39E1-74CF30894BE9}"/>
                    </a:ext>
                  </a:extLst>
                </p:cNvPr>
                <p:cNvSpPr>
                  <a:spLocks noChangeArrowheads="1"/>
                </p:cNvSpPr>
                <p:nvPr/>
              </p:nvSpPr>
              <p:spPr bwMode="auto">
                <a:xfrm flipH="1" flipV="1">
                  <a:off x="1776" y="2257"/>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rot="10800000" wrap="none" anchor="ctr"/>
                <a:lstStyle/>
                <a:p>
                  <a:pPr>
                    <a:defRPr/>
                  </a:pPr>
                  <a:endParaRPr lang="en-IN" sz="1350" kern="0">
                    <a:solidFill>
                      <a:srgbClr val="000000"/>
                    </a:solidFill>
                  </a:endParaRPr>
                </a:p>
              </p:txBody>
            </p:sp>
          </p:grpSp>
          <p:grpSp>
            <p:nvGrpSpPr>
              <p:cNvPr id="50" name="Group 20">
                <a:extLst>
                  <a:ext uri="{FF2B5EF4-FFF2-40B4-BE49-F238E27FC236}">
                    <a16:creationId xmlns:a16="http://schemas.microsoft.com/office/drawing/2014/main" id="{8AC96419-82B2-D2D8-94E4-CEE9FC8A958B}"/>
                  </a:ext>
                </a:extLst>
              </p:cNvPr>
              <p:cNvGrpSpPr>
                <a:grpSpLocks/>
              </p:cNvGrpSpPr>
              <p:nvPr/>
            </p:nvGrpSpPr>
            <p:grpSpPr bwMode="auto">
              <a:xfrm>
                <a:off x="1584" y="2160"/>
                <a:ext cx="346" cy="432"/>
                <a:chOff x="1776" y="2208"/>
                <a:chExt cx="192" cy="240"/>
              </a:xfrm>
            </p:grpSpPr>
            <p:sp>
              <p:nvSpPr>
                <p:cNvPr id="63" name="AutoShape 21">
                  <a:extLst>
                    <a:ext uri="{FF2B5EF4-FFF2-40B4-BE49-F238E27FC236}">
                      <a16:creationId xmlns:a16="http://schemas.microsoft.com/office/drawing/2014/main" id="{EB1E7518-8DEA-268B-236B-18C0FE3AD942}"/>
                    </a:ext>
                  </a:extLst>
                </p:cNvPr>
                <p:cNvSpPr>
                  <a:spLocks noChangeArrowheads="1"/>
                </p:cNvSpPr>
                <p:nvPr/>
              </p:nvSpPr>
              <p:spPr bwMode="auto">
                <a:xfrm>
                  <a:off x="1776" y="2208"/>
                  <a:ext cx="192" cy="1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wrap="none" anchor="ctr"/>
                <a:lstStyle/>
                <a:p>
                  <a:pPr>
                    <a:defRPr/>
                  </a:pPr>
                  <a:endParaRPr lang="en-IN" sz="1350" kern="0">
                    <a:solidFill>
                      <a:srgbClr val="000000"/>
                    </a:solidFill>
                  </a:endParaRPr>
                </a:p>
              </p:txBody>
            </p:sp>
            <p:sp>
              <p:nvSpPr>
                <p:cNvPr id="64" name="AutoShape 22">
                  <a:extLst>
                    <a:ext uri="{FF2B5EF4-FFF2-40B4-BE49-F238E27FC236}">
                      <a16:creationId xmlns:a16="http://schemas.microsoft.com/office/drawing/2014/main" id="{19F6B3F8-A2C8-AB8A-C430-55CA1B638379}"/>
                    </a:ext>
                  </a:extLst>
                </p:cNvPr>
                <p:cNvSpPr>
                  <a:spLocks noChangeArrowheads="1"/>
                </p:cNvSpPr>
                <p:nvPr/>
              </p:nvSpPr>
              <p:spPr bwMode="auto">
                <a:xfrm flipH="1" flipV="1">
                  <a:off x="1776" y="2256"/>
                  <a:ext cx="192" cy="1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rot="10800000" wrap="none" anchor="ctr"/>
                <a:lstStyle/>
                <a:p>
                  <a:pPr>
                    <a:defRPr/>
                  </a:pPr>
                  <a:endParaRPr lang="en-IN" sz="1350" kern="0">
                    <a:solidFill>
                      <a:srgbClr val="000000"/>
                    </a:solidFill>
                  </a:endParaRPr>
                </a:p>
              </p:txBody>
            </p:sp>
          </p:grpSp>
          <p:grpSp>
            <p:nvGrpSpPr>
              <p:cNvPr id="51" name="Group 23">
                <a:extLst>
                  <a:ext uri="{FF2B5EF4-FFF2-40B4-BE49-F238E27FC236}">
                    <a16:creationId xmlns:a16="http://schemas.microsoft.com/office/drawing/2014/main" id="{8717A4C3-8C0D-0C8C-8EA2-B6BD28508A45}"/>
                  </a:ext>
                </a:extLst>
              </p:cNvPr>
              <p:cNvGrpSpPr>
                <a:grpSpLocks/>
              </p:cNvGrpSpPr>
              <p:nvPr/>
            </p:nvGrpSpPr>
            <p:grpSpPr bwMode="auto">
              <a:xfrm>
                <a:off x="2112" y="2160"/>
                <a:ext cx="346" cy="432"/>
                <a:chOff x="1776" y="2208"/>
                <a:chExt cx="192" cy="240"/>
              </a:xfrm>
            </p:grpSpPr>
            <p:sp>
              <p:nvSpPr>
                <p:cNvPr id="61" name="AutoShape 24">
                  <a:extLst>
                    <a:ext uri="{FF2B5EF4-FFF2-40B4-BE49-F238E27FC236}">
                      <a16:creationId xmlns:a16="http://schemas.microsoft.com/office/drawing/2014/main" id="{C3E6F7C6-8072-E535-4F5D-D0368A8483A2}"/>
                    </a:ext>
                  </a:extLst>
                </p:cNvPr>
                <p:cNvSpPr>
                  <a:spLocks noChangeArrowheads="1"/>
                </p:cNvSpPr>
                <p:nvPr/>
              </p:nvSpPr>
              <p:spPr bwMode="auto">
                <a:xfrm>
                  <a:off x="1776" y="2208"/>
                  <a:ext cx="192" cy="1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wrap="none" anchor="ctr"/>
                <a:lstStyle/>
                <a:p>
                  <a:pPr>
                    <a:defRPr/>
                  </a:pPr>
                  <a:endParaRPr lang="en-IN" sz="1350" kern="0">
                    <a:solidFill>
                      <a:srgbClr val="000000"/>
                    </a:solidFill>
                  </a:endParaRPr>
                </a:p>
              </p:txBody>
            </p:sp>
            <p:sp>
              <p:nvSpPr>
                <p:cNvPr id="62" name="AutoShape 25">
                  <a:extLst>
                    <a:ext uri="{FF2B5EF4-FFF2-40B4-BE49-F238E27FC236}">
                      <a16:creationId xmlns:a16="http://schemas.microsoft.com/office/drawing/2014/main" id="{89091504-893B-43B4-115B-217C02EEAE64}"/>
                    </a:ext>
                  </a:extLst>
                </p:cNvPr>
                <p:cNvSpPr>
                  <a:spLocks noChangeArrowheads="1"/>
                </p:cNvSpPr>
                <p:nvPr/>
              </p:nvSpPr>
              <p:spPr bwMode="auto">
                <a:xfrm flipH="1" flipV="1">
                  <a:off x="1776" y="2256"/>
                  <a:ext cx="192" cy="1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rot="10800000" wrap="none" anchor="ctr"/>
                <a:lstStyle/>
                <a:p>
                  <a:pPr>
                    <a:defRPr/>
                  </a:pPr>
                  <a:endParaRPr lang="en-IN" sz="1350" kern="0">
                    <a:solidFill>
                      <a:srgbClr val="000000"/>
                    </a:solidFill>
                  </a:endParaRPr>
                </a:p>
              </p:txBody>
            </p:sp>
          </p:grpSp>
          <p:grpSp>
            <p:nvGrpSpPr>
              <p:cNvPr id="52" name="Group 26">
                <a:extLst>
                  <a:ext uri="{FF2B5EF4-FFF2-40B4-BE49-F238E27FC236}">
                    <a16:creationId xmlns:a16="http://schemas.microsoft.com/office/drawing/2014/main" id="{CF5C92EB-C4B0-84FE-ADC4-446A789D05D9}"/>
                  </a:ext>
                </a:extLst>
              </p:cNvPr>
              <p:cNvGrpSpPr>
                <a:grpSpLocks/>
              </p:cNvGrpSpPr>
              <p:nvPr/>
            </p:nvGrpSpPr>
            <p:grpSpPr bwMode="auto">
              <a:xfrm>
                <a:off x="2640" y="2160"/>
                <a:ext cx="346" cy="432"/>
                <a:chOff x="1776" y="2208"/>
                <a:chExt cx="192" cy="240"/>
              </a:xfrm>
            </p:grpSpPr>
            <p:sp>
              <p:nvSpPr>
                <p:cNvPr id="59" name="AutoShape 27">
                  <a:extLst>
                    <a:ext uri="{FF2B5EF4-FFF2-40B4-BE49-F238E27FC236}">
                      <a16:creationId xmlns:a16="http://schemas.microsoft.com/office/drawing/2014/main" id="{CDB80807-84EB-D149-90C0-8933570464AF}"/>
                    </a:ext>
                  </a:extLst>
                </p:cNvPr>
                <p:cNvSpPr>
                  <a:spLocks noChangeArrowheads="1"/>
                </p:cNvSpPr>
                <p:nvPr/>
              </p:nvSpPr>
              <p:spPr bwMode="auto">
                <a:xfrm>
                  <a:off x="1776" y="2208"/>
                  <a:ext cx="192" cy="1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wrap="none" anchor="ctr"/>
                <a:lstStyle/>
                <a:p>
                  <a:pPr>
                    <a:defRPr/>
                  </a:pPr>
                  <a:endParaRPr lang="en-IN" sz="1350" kern="0">
                    <a:solidFill>
                      <a:srgbClr val="000000"/>
                    </a:solidFill>
                  </a:endParaRPr>
                </a:p>
              </p:txBody>
            </p:sp>
            <p:sp>
              <p:nvSpPr>
                <p:cNvPr id="60" name="AutoShape 28">
                  <a:extLst>
                    <a:ext uri="{FF2B5EF4-FFF2-40B4-BE49-F238E27FC236}">
                      <a16:creationId xmlns:a16="http://schemas.microsoft.com/office/drawing/2014/main" id="{790CA269-019A-5653-61E8-868CAFC4244B}"/>
                    </a:ext>
                  </a:extLst>
                </p:cNvPr>
                <p:cNvSpPr>
                  <a:spLocks noChangeArrowheads="1"/>
                </p:cNvSpPr>
                <p:nvPr/>
              </p:nvSpPr>
              <p:spPr bwMode="auto">
                <a:xfrm flipH="1" flipV="1">
                  <a:off x="1776" y="2256"/>
                  <a:ext cx="192" cy="19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rot="10800000" wrap="none" anchor="ctr"/>
                <a:lstStyle/>
                <a:p>
                  <a:pPr>
                    <a:defRPr/>
                  </a:pPr>
                  <a:endParaRPr lang="en-IN" sz="1350" kern="0">
                    <a:solidFill>
                      <a:srgbClr val="000000"/>
                    </a:solidFill>
                  </a:endParaRPr>
                </a:p>
              </p:txBody>
            </p:sp>
          </p:grpSp>
          <p:grpSp>
            <p:nvGrpSpPr>
              <p:cNvPr id="53" name="Group 29">
                <a:extLst>
                  <a:ext uri="{FF2B5EF4-FFF2-40B4-BE49-F238E27FC236}">
                    <a16:creationId xmlns:a16="http://schemas.microsoft.com/office/drawing/2014/main" id="{224BC29D-6D42-70FE-E1A3-CA7C2E16DF92}"/>
                  </a:ext>
                </a:extLst>
              </p:cNvPr>
              <p:cNvGrpSpPr>
                <a:grpSpLocks/>
              </p:cNvGrpSpPr>
              <p:nvPr/>
            </p:nvGrpSpPr>
            <p:grpSpPr bwMode="auto">
              <a:xfrm>
                <a:off x="1584" y="2736"/>
                <a:ext cx="346" cy="432"/>
                <a:chOff x="1776" y="2208"/>
                <a:chExt cx="192" cy="240"/>
              </a:xfrm>
            </p:grpSpPr>
            <p:sp>
              <p:nvSpPr>
                <p:cNvPr id="57" name="AutoShape 30">
                  <a:extLst>
                    <a:ext uri="{FF2B5EF4-FFF2-40B4-BE49-F238E27FC236}">
                      <a16:creationId xmlns:a16="http://schemas.microsoft.com/office/drawing/2014/main" id="{C7D3A79E-E1DC-A903-5DBC-1A5FC0CE0F0A}"/>
                    </a:ext>
                  </a:extLst>
                </p:cNvPr>
                <p:cNvSpPr>
                  <a:spLocks noChangeArrowheads="1"/>
                </p:cNvSpPr>
                <p:nvPr/>
              </p:nvSpPr>
              <p:spPr bwMode="auto">
                <a:xfrm>
                  <a:off x="1776" y="2208"/>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wrap="none" anchor="ctr"/>
                <a:lstStyle/>
                <a:p>
                  <a:pPr>
                    <a:defRPr/>
                  </a:pPr>
                  <a:endParaRPr lang="en-IN" sz="1350" kern="0">
                    <a:solidFill>
                      <a:srgbClr val="000000"/>
                    </a:solidFill>
                  </a:endParaRPr>
                </a:p>
              </p:txBody>
            </p:sp>
            <p:sp>
              <p:nvSpPr>
                <p:cNvPr id="58" name="AutoShape 31">
                  <a:extLst>
                    <a:ext uri="{FF2B5EF4-FFF2-40B4-BE49-F238E27FC236}">
                      <a16:creationId xmlns:a16="http://schemas.microsoft.com/office/drawing/2014/main" id="{CF7C5ACB-54D7-B2F2-7244-A6F0BC37F813}"/>
                    </a:ext>
                  </a:extLst>
                </p:cNvPr>
                <p:cNvSpPr>
                  <a:spLocks noChangeArrowheads="1"/>
                </p:cNvSpPr>
                <p:nvPr/>
              </p:nvSpPr>
              <p:spPr bwMode="auto">
                <a:xfrm flipH="1" flipV="1">
                  <a:off x="1776" y="2257"/>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rot="10800000" wrap="none" anchor="ctr"/>
                <a:lstStyle/>
                <a:p>
                  <a:pPr>
                    <a:defRPr/>
                  </a:pPr>
                  <a:endParaRPr lang="en-IN" sz="1350" kern="0">
                    <a:solidFill>
                      <a:srgbClr val="000000"/>
                    </a:solidFill>
                  </a:endParaRPr>
                </a:p>
              </p:txBody>
            </p:sp>
          </p:grpSp>
          <p:grpSp>
            <p:nvGrpSpPr>
              <p:cNvPr id="54" name="Group 32">
                <a:extLst>
                  <a:ext uri="{FF2B5EF4-FFF2-40B4-BE49-F238E27FC236}">
                    <a16:creationId xmlns:a16="http://schemas.microsoft.com/office/drawing/2014/main" id="{DAE7FC0F-FB8A-91FD-3F78-CE8E664BA509}"/>
                  </a:ext>
                </a:extLst>
              </p:cNvPr>
              <p:cNvGrpSpPr>
                <a:grpSpLocks/>
              </p:cNvGrpSpPr>
              <p:nvPr/>
            </p:nvGrpSpPr>
            <p:grpSpPr bwMode="auto">
              <a:xfrm>
                <a:off x="2112" y="2736"/>
                <a:ext cx="346" cy="432"/>
                <a:chOff x="1776" y="2208"/>
                <a:chExt cx="192" cy="240"/>
              </a:xfrm>
            </p:grpSpPr>
            <p:sp>
              <p:nvSpPr>
                <p:cNvPr id="55" name="AutoShape 33">
                  <a:extLst>
                    <a:ext uri="{FF2B5EF4-FFF2-40B4-BE49-F238E27FC236}">
                      <a16:creationId xmlns:a16="http://schemas.microsoft.com/office/drawing/2014/main" id="{445238F9-CE95-5ECC-C63B-AAD53FC89E9A}"/>
                    </a:ext>
                  </a:extLst>
                </p:cNvPr>
                <p:cNvSpPr>
                  <a:spLocks noChangeArrowheads="1"/>
                </p:cNvSpPr>
                <p:nvPr/>
              </p:nvSpPr>
              <p:spPr bwMode="auto">
                <a:xfrm>
                  <a:off x="1776" y="2208"/>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wrap="none" anchor="ctr"/>
                <a:lstStyle/>
                <a:p>
                  <a:pPr>
                    <a:defRPr/>
                  </a:pPr>
                  <a:endParaRPr lang="en-IN" sz="1350" kern="0">
                    <a:solidFill>
                      <a:srgbClr val="000000"/>
                    </a:solidFill>
                  </a:endParaRPr>
                </a:p>
              </p:txBody>
            </p:sp>
            <p:sp>
              <p:nvSpPr>
                <p:cNvPr id="56" name="AutoShape 34">
                  <a:extLst>
                    <a:ext uri="{FF2B5EF4-FFF2-40B4-BE49-F238E27FC236}">
                      <a16:creationId xmlns:a16="http://schemas.microsoft.com/office/drawing/2014/main" id="{C9EE75D2-3AD8-A65C-9D6E-94945E442F8E}"/>
                    </a:ext>
                  </a:extLst>
                </p:cNvPr>
                <p:cNvSpPr>
                  <a:spLocks noChangeArrowheads="1"/>
                </p:cNvSpPr>
                <p:nvPr/>
              </p:nvSpPr>
              <p:spPr bwMode="auto">
                <a:xfrm flipH="1" flipV="1">
                  <a:off x="1776" y="2257"/>
                  <a:ext cx="192" cy="19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a:solidFill>
                    <a:srgbClr val="000000"/>
                  </a:solidFill>
                  <a:miter lim="800000"/>
                  <a:headEnd/>
                  <a:tailEnd/>
                </a:ln>
              </p:spPr>
              <p:txBody>
                <a:bodyPr rot="10800000" wrap="none" anchor="ctr"/>
                <a:lstStyle/>
                <a:p>
                  <a:pPr>
                    <a:defRPr/>
                  </a:pPr>
                  <a:endParaRPr lang="en-IN" sz="1350" kern="0">
                    <a:solidFill>
                      <a:srgbClr val="000000"/>
                    </a:solidFill>
                  </a:endParaRPr>
                </a:p>
              </p:txBody>
            </p:sp>
          </p:grpSp>
        </p:grpSp>
        <p:sp>
          <p:nvSpPr>
            <p:cNvPr id="43" name="Line 35">
              <a:extLst>
                <a:ext uri="{FF2B5EF4-FFF2-40B4-BE49-F238E27FC236}">
                  <a16:creationId xmlns:a16="http://schemas.microsoft.com/office/drawing/2014/main" id="{5D6957B6-063B-F846-1059-3A868E2A8AFE}"/>
                </a:ext>
              </a:extLst>
            </p:cNvPr>
            <p:cNvSpPr>
              <a:spLocks noChangeShapeType="1"/>
            </p:cNvSpPr>
            <p:nvPr/>
          </p:nvSpPr>
          <p:spPr bwMode="auto">
            <a:xfrm flipV="1">
              <a:off x="2645" y="1488"/>
              <a:ext cx="0" cy="528"/>
            </a:xfrm>
            <a:prstGeom prst="line">
              <a:avLst/>
            </a:prstGeom>
            <a:noFill/>
            <a:ln w="76200">
              <a:solidFill>
                <a:srgbClr val="FFFF00"/>
              </a:solidFill>
              <a:round/>
              <a:headEnd type="triangle" w="sm" len="sm"/>
              <a:tailEnd type="triangle" w="sm" len="sm"/>
            </a:ln>
            <a:extLst>
              <a:ext uri="{909E8E84-426E-40DD-AFC4-6F175D3DCCD1}">
                <a14:hiddenFill xmlns:a14="http://schemas.microsoft.com/office/drawing/2010/main">
                  <a:noFill/>
                </a14:hiddenFill>
              </a:ext>
            </a:extLst>
          </p:spPr>
          <p:txBody>
            <a:bodyPr wrap="none"/>
            <a:lstStyle/>
            <a:p>
              <a:pPr>
                <a:defRPr/>
              </a:pPr>
              <a:endParaRPr lang="en-IN" sz="1350" kern="0">
                <a:solidFill>
                  <a:srgbClr val="000000"/>
                </a:solidFill>
              </a:endParaRPr>
            </a:p>
          </p:txBody>
        </p:sp>
        <p:sp>
          <p:nvSpPr>
            <p:cNvPr id="44" name="Line 36">
              <a:extLst>
                <a:ext uri="{FF2B5EF4-FFF2-40B4-BE49-F238E27FC236}">
                  <a16:creationId xmlns:a16="http://schemas.microsoft.com/office/drawing/2014/main" id="{F0F0ABF9-CB40-9577-C013-1EA052540CC2}"/>
                </a:ext>
              </a:extLst>
            </p:cNvPr>
            <p:cNvSpPr>
              <a:spLocks noChangeShapeType="1"/>
            </p:cNvSpPr>
            <p:nvPr/>
          </p:nvSpPr>
          <p:spPr bwMode="auto">
            <a:xfrm flipV="1">
              <a:off x="3077" y="1488"/>
              <a:ext cx="0" cy="528"/>
            </a:xfrm>
            <a:prstGeom prst="line">
              <a:avLst/>
            </a:prstGeom>
            <a:noFill/>
            <a:ln w="76200">
              <a:solidFill>
                <a:srgbClr val="FFFF00"/>
              </a:solidFill>
              <a:round/>
              <a:headEnd type="triangle" w="sm" len="sm"/>
              <a:tailEnd type="triangle" w="sm" len="sm"/>
            </a:ln>
            <a:extLst>
              <a:ext uri="{909E8E84-426E-40DD-AFC4-6F175D3DCCD1}">
                <a14:hiddenFill xmlns:a14="http://schemas.microsoft.com/office/drawing/2010/main">
                  <a:noFill/>
                </a14:hiddenFill>
              </a:ext>
            </a:extLst>
          </p:spPr>
          <p:txBody>
            <a:bodyPr wrap="none"/>
            <a:lstStyle/>
            <a:p>
              <a:pPr>
                <a:defRPr/>
              </a:pPr>
              <a:endParaRPr lang="en-IN" sz="1350" kern="0">
                <a:solidFill>
                  <a:srgbClr val="000000"/>
                </a:solidFill>
              </a:endParaRPr>
            </a:p>
          </p:txBody>
        </p:sp>
        <p:sp>
          <p:nvSpPr>
            <p:cNvPr id="45" name="Line 37">
              <a:extLst>
                <a:ext uri="{FF2B5EF4-FFF2-40B4-BE49-F238E27FC236}">
                  <a16:creationId xmlns:a16="http://schemas.microsoft.com/office/drawing/2014/main" id="{119AE452-B21B-2B7A-B1F8-F086EE79D87A}"/>
                </a:ext>
              </a:extLst>
            </p:cNvPr>
            <p:cNvSpPr>
              <a:spLocks noChangeShapeType="1"/>
            </p:cNvSpPr>
            <p:nvPr/>
          </p:nvSpPr>
          <p:spPr bwMode="auto">
            <a:xfrm flipV="1">
              <a:off x="3509" y="1488"/>
              <a:ext cx="0" cy="528"/>
            </a:xfrm>
            <a:prstGeom prst="line">
              <a:avLst/>
            </a:prstGeom>
            <a:noFill/>
            <a:ln w="76200">
              <a:solidFill>
                <a:srgbClr val="FFFF00"/>
              </a:solidFill>
              <a:round/>
              <a:headEnd type="triangle" w="sm" len="sm"/>
              <a:tailEnd type="triangle" w="sm" len="sm"/>
            </a:ln>
            <a:extLst>
              <a:ext uri="{909E8E84-426E-40DD-AFC4-6F175D3DCCD1}">
                <a14:hiddenFill xmlns:a14="http://schemas.microsoft.com/office/drawing/2010/main">
                  <a:noFill/>
                </a14:hiddenFill>
              </a:ext>
            </a:extLst>
          </p:spPr>
          <p:txBody>
            <a:bodyPr wrap="none"/>
            <a:lstStyle/>
            <a:p>
              <a:pPr>
                <a:defRPr/>
              </a:pPr>
              <a:endParaRPr lang="en-IN" sz="1350" kern="0">
                <a:solidFill>
                  <a:srgbClr val="000000"/>
                </a:solidFill>
              </a:endParaRPr>
            </a:p>
          </p:txBody>
        </p:sp>
      </p:grpSp>
      <p:grpSp>
        <p:nvGrpSpPr>
          <p:cNvPr id="73" name="Group 50">
            <a:extLst>
              <a:ext uri="{FF2B5EF4-FFF2-40B4-BE49-F238E27FC236}">
                <a16:creationId xmlns:a16="http://schemas.microsoft.com/office/drawing/2014/main" id="{95A9BD2A-6B0A-711A-55A7-614DC1BEABC6}"/>
              </a:ext>
            </a:extLst>
          </p:cNvPr>
          <p:cNvGrpSpPr>
            <a:grpSpLocks/>
          </p:cNvGrpSpPr>
          <p:nvPr/>
        </p:nvGrpSpPr>
        <p:grpSpPr bwMode="auto">
          <a:xfrm>
            <a:off x="2126043" y="2423802"/>
            <a:ext cx="2150269" cy="2655094"/>
            <a:chOff x="551" y="1130"/>
            <a:chExt cx="1806" cy="2230"/>
          </a:xfrm>
        </p:grpSpPr>
        <p:grpSp>
          <p:nvGrpSpPr>
            <p:cNvPr id="74" name="Group 42">
              <a:extLst>
                <a:ext uri="{FF2B5EF4-FFF2-40B4-BE49-F238E27FC236}">
                  <a16:creationId xmlns:a16="http://schemas.microsoft.com/office/drawing/2014/main" id="{AA100DBA-C475-3C24-4F4C-BFEE28DC2F41}"/>
                </a:ext>
              </a:extLst>
            </p:cNvPr>
            <p:cNvGrpSpPr>
              <a:grpSpLocks/>
            </p:cNvGrpSpPr>
            <p:nvPr/>
          </p:nvGrpSpPr>
          <p:grpSpPr bwMode="auto">
            <a:xfrm rot="-5400000">
              <a:off x="1613" y="2472"/>
              <a:ext cx="960" cy="528"/>
              <a:chOff x="624" y="1584"/>
              <a:chExt cx="864" cy="528"/>
            </a:xfrm>
          </p:grpSpPr>
          <p:sp>
            <p:nvSpPr>
              <p:cNvPr id="79" name="Line 39">
                <a:extLst>
                  <a:ext uri="{FF2B5EF4-FFF2-40B4-BE49-F238E27FC236}">
                    <a16:creationId xmlns:a16="http://schemas.microsoft.com/office/drawing/2014/main" id="{FE743A84-7184-14B8-1C8E-BA3B7BA18E65}"/>
                  </a:ext>
                </a:extLst>
              </p:cNvPr>
              <p:cNvSpPr>
                <a:spLocks noChangeShapeType="1"/>
              </p:cNvSpPr>
              <p:nvPr/>
            </p:nvSpPr>
            <p:spPr bwMode="auto">
              <a:xfrm flipV="1">
                <a:off x="624" y="1584"/>
                <a:ext cx="0" cy="528"/>
              </a:xfrm>
              <a:prstGeom prst="line">
                <a:avLst/>
              </a:prstGeom>
              <a:noFill/>
              <a:ln w="76200">
                <a:solidFill>
                  <a:srgbClr val="FFFF00"/>
                </a:solidFill>
                <a:round/>
                <a:headEnd type="triangle" w="sm" len="sm"/>
                <a:tailEnd type="triangle" w="sm" len="sm"/>
              </a:ln>
              <a:extLst>
                <a:ext uri="{909E8E84-426E-40DD-AFC4-6F175D3DCCD1}">
                  <a14:hiddenFill xmlns:a14="http://schemas.microsoft.com/office/drawing/2010/main">
                    <a:noFill/>
                  </a14:hiddenFill>
                </a:ext>
              </a:extLst>
            </p:spPr>
            <p:txBody>
              <a:bodyPr wrap="none"/>
              <a:lstStyle/>
              <a:p>
                <a:pPr>
                  <a:defRPr/>
                </a:pPr>
                <a:endParaRPr lang="en-IN" sz="1350" kern="0">
                  <a:solidFill>
                    <a:srgbClr val="000000"/>
                  </a:solidFill>
                </a:endParaRPr>
              </a:p>
            </p:txBody>
          </p:sp>
          <p:sp>
            <p:nvSpPr>
              <p:cNvPr id="80" name="Line 40">
                <a:extLst>
                  <a:ext uri="{FF2B5EF4-FFF2-40B4-BE49-F238E27FC236}">
                    <a16:creationId xmlns:a16="http://schemas.microsoft.com/office/drawing/2014/main" id="{26096176-B9CD-1962-AB16-42EFA15F3F1A}"/>
                  </a:ext>
                </a:extLst>
              </p:cNvPr>
              <p:cNvSpPr>
                <a:spLocks noChangeShapeType="1"/>
              </p:cNvSpPr>
              <p:nvPr/>
            </p:nvSpPr>
            <p:spPr bwMode="auto">
              <a:xfrm flipV="1">
                <a:off x="1056" y="1584"/>
                <a:ext cx="0" cy="528"/>
              </a:xfrm>
              <a:prstGeom prst="line">
                <a:avLst/>
              </a:prstGeom>
              <a:noFill/>
              <a:ln w="76200">
                <a:solidFill>
                  <a:srgbClr val="FFFF00"/>
                </a:solidFill>
                <a:round/>
                <a:headEnd type="triangle" w="sm" len="sm"/>
                <a:tailEnd type="triangle" w="sm" len="sm"/>
              </a:ln>
              <a:extLst>
                <a:ext uri="{909E8E84-426E-40DD-AFC4-6F175D3DCCD1}">
                  <a14:hiddenFill xmlns:a14="http://schemas.microsoft.com/office/drawing/2010/main">
                    <a:noFill/>
                  </a14:hiddenFill>
                </a:ext>
              </a:extLst>
            </p:spPr>
            <p:txBody>
              <a:bodyPr wrap="none"/>
              <a:lstStyle/>
              <a:p>
                <a:pPr>
                  <a:defRPr/>
                </a:pPr>
                <a:endParaRPr lang="en-IN" sz="1350" kern="0">
                  <a:solidFill>
                    <a:srgbClr val="000000"/>
                  </a:solidFill>
                </a:endParaRPr>
              </a:p>
            </p:txBody>
          </p:sp>
          <p:sp>
            <p:nvSpPr>
              <p:cNvPr id="81" name="Line 41">
                <a:extLst>
                  <a:ext uri="{FF2B5EF4-FFF2-40B4-BE49-F238E27FC236}">
                    <a16:creationId xmlns:a16="http://schemas.microsoft.com/office/drawing/2014/main" id="{FDE09D13-379B-AD8F-8BD5-021FA6DB6DEC}"/>
                  </a:ext>
                </a:extLst>
              </p:cNvPr>
              <p:cNvSpPr>
                <a:spLocks noChangeShapeType="1"/>
              </p:cNvSpPr>
              <p:nvPr/>
            </p:nvSpPr>
            <p:spPr bwMode="auto">
              <a:xfrm flipV="1">
                <a:off x="1488" y="1584"/>
                <a:ext cx="0" cy="528"/>
              </a:xfrm>
              <a:prstGeom prst="line">
                <a:avLst/>
              </a:prstGeom>
              <a:noFill/>
              <a:ln w="76200">
                <a:solidFill>
                  <a:srgbClr val="FFFF00"/>
                </a:solidFill>
                <a:round/>
                <a:headEnd type="triangle" w="sm" len="sm"/>
                <a:tailEnd type="triangle" w="sm" len="sm"/>
              </a:ln>
              <a:extLst>
                <a:ext uri="{909E8E84-426E-40DD-AFC4-6F175D3DCCD1}">
                  <a14:hiddenFill xmlns:a14="http://schemas.microsoft.com/office/drawing/2010/main">
                    <a:noFill/>
                  </a14:hiddenFill>
                </a:ext>
              </a:extLst>
            </p:spPr>
            <p:txBody>
              <a:bodyPr wrap="none"/>
              <a:lstStyle/>
              <a:p>
                <a:pPr>
                  <a:defRPr/>
                </a:pPr>
                <a:endParaRPr lang="en-IN" sz="1350" kern="0">
                  <a:solidFill>
                    <a:srgbClr val="000000"/>
                  </a:solidFill>
                </a:endParaRPr>
              </a:p>
            </p:txBody>
          </p:sp>
        </p:grpSp>
        <p:sp>
          <p:nvSpPr>
            <p:cNvPr id="75" name="Rectangle 44">
              <a:extLst>
                <a:ext uri="{FF2B5EF4-FFF2-40B4-BE49-F238E27FC236}">
                  <a16:creationId xmlns:a16="http://schemas.microsoft.com/office/drawing/2014/main" id="{CEC9EC78-4AB3-298E-E9C9-75CE2B16AF2E}"/>
                </a:ext>
              </a:extLst>
            </p:cNvPr>
            <p:cNvSpPr>
              <a:spLocks noChangeArrowheads="1"/>
            </p:cNvSpPr>
            <p:nvPr/>
          </p:nvSpPr>
          <p:spPr bwMode="auto">
            <a:xfrm>
              <a:off x="581" y="2112"/>
              <a:ext cx="1152" cy="124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a:spcBef>
                  <a:spcPct val="0"/>
                </a:spcBef>
                <a:buClrTx/>
                <a:buNone/>
                <a:defRPr/>
              </a:pPr>
              <a:r>
                <a:rPr lang="en-US" altLang="en-US" sz="1800" kern="0">
                  <a:solidFill>
                    <a:srgbClr val="000000"/>
                  </a:solidFill>
                </a:rPr>
                <a:t>Other</a:t>
              </a:r>
            </a:p>
            <a:p>
              <a:pPr algn="ctr">
                <a:spcBef>
                  <a:spcPct val="0"/>
                </a:spcBef>
                <a:buClrTx/>
                <a:buNone/>
                <a:defRPr/>
              </a:pPr>
              <a:r>
                <a:rPr lang="en-US" altLang="en-US" sz="1800" kern="0">
                  <a:solidFill>
                    <a:srgbClr val="000000"/>
                  </a:solidFill>
                </a:rPr>
                <a:t>objects</a:t>
              </a:r>
            </a:p>
          </p:txBody>
        </p:sp>
        <p:grpSp>
          <p:nvGrpSpPr>
            <p:cNvPr id="76" name="Group 48">
              <a:extLst>
                <a:ext uri="{FF2B5EF4-FFF2-40B4-BE49-F238E27FC236}">
                  <a16:creationId xmlns:a16="http://schemas.microsoft.com/office/drawing/2014/main" id="{2C7A63A6-16F2-085D-47B0-99D5C4E04D66}"/>
                </a:ext>
              </a:extLst>
            </p:cNvPr>
            <p:cNvGrpSpPr>
              <a:grpSpLocks/>
            </p:cNvGrpSpPr>
            <p:nvPr/>
          </p:nvGrpSpPr>
          <p:grpSpPr bwMode="auto">
            <a:xfrm>
              <a:off x="551" y="1130"/>
              <a:ext cx="1614" cy="934"/>
              <a:chOff x="354" y="1130"/>
              <a:chExt cx="1614" cy="934"/>
            </a:xfrm>
          </p:grpSpPr>
          <p:sp>
            <p:nvSpPr>
              <p:cNvPr id="77" name="Text Box 46">
                <a:extLst>
                  <a:ext uri="{FF2B5EF4-FFF2-40B4-BE49-F238E27FC236}">
                    <a16:creationId xmlns:a16="http://schemas.microsoft.com/office/drawing/2014/main" id="{16CC5806-AED7-E975-91FD-8E21486748E5}"/>
                  </a:ext>
                </a:extLst>
              </p:cNvPr>
              <p:cNvSpPr txBox="1">
                <a:spLocks noChangeArrowheads="1"/>
              </p:cNvSpPr>
              <p:nvPr/>
            </p:nvSpPr>
            <p:spPr bwMode="auto">
              <a:xfrm>
                <a:off x="354" y="1130"/>
                <a:ext cx="1221"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a:spcBef>
                    <a:spcPct val="0"/>
                  </a:spcBef>
                  <a:buClrTx/>
                  <a:buNone/>
                  <a:defRPr/>
                </a:pPr>
                <a:r>
                  <a:rPr lang="en-US" altLang="en-US" sz="1800" kern="0">
                    <a:solidFill>
                      <a:srgbClr val="000000"/>
                    </a:solidFill>
                  </a:rPr>
                  <a:t>Programming</a:t>
                </a:r>
              </a:p>
              <a:p>
                <a:pPr algn="ctr">
                  <a:spcBef>
                    <a:spcPct val="0"/>
                  </a:spcBef>
                  <a:buClrTx/>
                  <a:buNone/>
                  <a:defRPr/>
                </a:pPr>
                <a:r>
                  <a:rPr lang="en-US" altLang="en-US" sz="1800" kern="0">
                    <a:solidFill>
                      <a:srgbClr val="000000"/>
                    </a:solidFill>
                  </a:rPr>
                  <a:t>Interface</a:t>
                </a:r>
              </a:p>
            </p:txBody>
          </p:sp>
          <p:sp>
            <p:nvSpPr>
              <p:cNvPr id="78" name="AutoShape 47">
                <a:extLst>
                  <a:ext uri="{FF2B5EF4-FFF2-40B4-BE49-F238E27FC236}">
                    <a16:creationId xmlns:a16="http://schemas.microsoft.com/office/drawing/2014/main" id="{734216FF-526E-EE98-B3B5-CABA9B265149}"/>
                  </a:ext>
                </a:extLst>
              </p:cNvPr>
              <p:cNvSpPr>
                <a:spLocks noChangeArrowheads="1"/>
              </p:cNvSpPr>
              <p:nvPr/>
            </p:nvSpPr>
            <p:spPr bwMode="auto">
              <a:xfrm rot="5400000">
                <a:off x="1392" y="1488"/>
                <a:ext cx="624" cy="52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27 w 21600"/>
                  <a:gd name="T13" fmla="*/ 5277 h 21600"/>
                  <a:gd name="T14" fmla="*/ 20735 w 21600"/>
                  <a:gd name="T15" fmla="*/ 6914 h 21600"/>
                </a:gdLst>
                <a:ahLst/>
                <a:cxnLst>
                  <a:cxn ang="T8">
                    <a:pos x="T0" y="T1"/>
                  </a:cxn>
                  <a:cxn ang="T9">
                    <a:pos x="T2" y="T3"/>
                  </a:cxn>
                  <a:cxn ang="T10">
                    <a:pos x="T4" y="T5"/>
                  </a:cxn>
                  <a:cxn ang="T11">
                    <a:pos x="T6" y="T7"/>
                  </a:cxn>
                </a:cxnLst>
                <a:rect l="T12" t="T13" r="T14" b="T15"/>
                <a:pathLst>
                  <a:path w="21600" h="21600">
                    <a:moveTo>
                      <a:pt x="21600" y="6079"/>
                    </a:moveTo>
                    <a:lnTo>
                      <a:pt x="15092" y="0"/>
                    </a:lnTo>
                    <a:lnTo>
                      <a:pt x="15092" y="5261"/>
                    </a:lnTo>
                    <a:lnTo>
                      <a:pt x="12427" y="5261"/>
                    </a:lnTo>
                    <a:cubicBezTo>
                      <a:pt x="5564" y="5261"/>
                      <a:pt x="0" y="8349"/>
                      <a:pt x="0" y="12158"/>
                    </a:cubicBezTo>
                    <a:lnTo>
                      <a:pt x="0" y="21600"/>
                    </a:lnTo>
                    <a:lnTo>
                      <a:pt x="1672" y="21600"/>
                    </a:lnTo>
                    <a:lnTo>
                      <a:pt x="1672" y="12158"/>
                    </a:lnTo>
                    <a:cubicBezTo>
                      <a:pt x="1672" y="9252"/>
                      <a:pt x="6487" y="6897"/>
                      <a:pt x="12427" y="6897"/>
                    </a:cubicBezTo>
                    <a:lnTo>
                      <a:pt x="15092" y="6897"/>
                    </a:lnTo>
                    <a:lnTo>
                      <a:pt x="15092" y="12158"/>
                    </a:lnTo>
                    <a:lnTo>
                      <a:pt x="21600" y="6079"/>
                    </a:lnTo>
                    <a:close/>
                  </a:path>
                </a:pathLst>
              </a:custGeom>
              <a:solidFill>
                <a:srgbClr val="FF0000"/>
              </a:solidFill>
              <a:ln w="9525">
                <a:solidFill>
                  <a:srgbClr val="000000"/>
                </a:solidFill>
                <a:miter lim="800000"/>
                <a:headEnd/>
                <a:tailEnd/>
              </a:ln>
            </p:spPr>
            <p:txBody>
              <a:bodyPr wrap="none" anchor="ctr"/>
              <a:lstStyle/>
              <a:p>
                <a:pPr>
                  <a:defRPr/>
                </a:pPr>
                <a:endParaRPr lang="en-IN" sz="1350" kern="0">
                  <a:solidFill>
                    <a:srgbClr val="000000"/>
                  </a:solidFill>
                </a:endParaRPr>
              </a:p>
            </p:txBody>
          </p:sp>
        </p:grpSp>
      </p:grpSp>
    </p:spTree>
    <p:extLst>
      <p:ext uri="{BB962C8B-B14F-4D97-AF65-F5344CB8AC3E}">
        <p14:creationId xmlns:p14="http://schemas.microsoft.com/office/powerpoint/2010/main" val="3047341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AB7ED-8CAA-8275-FFE6-AD6D8DCCE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9D7F6-3291-8944-AA29-A9CB353FCDE3}"/>
              </a:ext>
            </a:extLst>
          </p:cNvPr>
          <p:cNvSpPr>
            <a:spLocks noGrp="1"/>
          </p:cNvSpPr>
          <p:nvPr>
            <p:ph type="title"/>
          </p:nvPr>
        </p:nvSpPr>
        <p:spPr/>
        <p:txBody>
          <a:bodyPr/>
          <a:lstStyle/>
          <a:p>
            <a:r>
              <a:rPr lang="en-US"/>
              <a:t>Encapsulation</a:t>
            </a:r>
          </a:p>
        </p:txBody>
      </p:sp>
      <p:sp>
        <p:nvSpPr>
          <p:cNvPr id="3" name="Content Placeholder 2">
            <a:extLst>
              <a:ext uri="{FF2B5EF4-FFF2-40B4-BE49-F238E27FC236}">
                <a16:creationId xmlns:a16="http://schemas.microsoft.com/office/drawing/2014/main" id="{799F0A05-9328-2D66-071D-FA81DDB8A000}"/>
              </a:ext>
            </a:extLst>
          </p:cNvPr>
          <p:cNvSpPr>
            <a:spLocks noGrp="1"/>
          </p:cNvSpPr>
          <p:nvPr>
            <p:ph idx="1"/>
          </p:nvPr>
        </p:nvSpPr>
        <p:spPr/>
        <p:txBody>
          <a:bodyPr>
            <a:normAutofit/>
          </a:bodyPr>
          <a:lstStyle/>
          <a:p>
            <a:pPr marL="386954" indent="-310754">
              <a:buFontTx/>
              <a:buChar char="•"/>
            </a:pPr>
            <a:r>
              <a:rPr lang="en-US"/>
              <a:t>Take data encapsulation to heart; severely limit the access of any data that may be shared.</a:t>
            </a:r>
          </a:p>
        </p:txBody>
      </p:sp>
    </p:spTree>
    <p:extLst>
      <p:ext uri="{BB962C8B-B14F-4D97-AF65-F5344CB8AC3E}">
        <p14:creationId xmlns:p14="http://schemas.microsoft.com/office/powerpoint/2010/main" val="1469114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6B5A3-4B62-E587-7510-34B3D26EF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08781-8655-CB29-214C-2DA46F6FD3F8}"/>
              </a:ext>
            </a:extLst>
          </p:cNvPr>
          <p:cNvSpPr>
            <a:spLocks noGrp="1"/>
          </p:cNvSpPr>
          <p:nvPr>
            <p:ph type="title"/>
          </p:nvPr>
        </p:nvSpPr>
        <p:spPr/>
        <p:txBody>
          <a:bodyPr/>
          <a:lstStyle/>
          <a:p>
            <a:r>
              <a:rPr lang="en-US"/>
              <a:t>Getter and Setter: Encapsulation </a:t>
            </a:r>
          </a:p>
        </p:txBody>
      </p:sp>
      <p:sp>
        <p:nvSpPr>
          <p:cNvPr id="5" name="Content Placeholder 4">
            <a:extLst>
              <a:ext uri="{FF2B5EF4-FFF2-40B4-BE49-F238E27FC236}">
                <a16:creationId xmlns:a16="http://schemas.microsoft.com/office/drawing/2014/main" id="{1D15AEA5-966F-E21A-4C54-7A6FA0A61A8E}"/>
              </a:ext>
            </a:extLst>
          </p:cNvPr>
          <p:cNvSpPr>
            <a:spLocks noGrp="1"/>
          </p:cNvSpPr>
          <p:nvPr>
            <p:ph idx="1"/>
          </p:nvPr>
        </p:nvSpPr>
        <p:spPr/>
        <p:txBody>
          <a:bodyPr>
            <a:normAutofit/>
          </a:bodyPr>
          <a:lstStyle/>
          <a:p>
            <a:r>
              <a:rPr lang="en-US"/>
              <a:t>By using getters and setters, we encapsulate the internal state and protect it from direct access. </a:t>
            </a:r>
          </a:p>
          <a:p>
            <a:r>
              <a:rPr lang="en-US"/>
              <a:t>Modifications can only happen through a setter, where we can validate input.</a:t>
            </a:r>
          </a:p>
        </p:txBody>
      </p:sp>
    </p:spTree>
    <p:extLst>
      <p:ext uri="{BB962C8B-B14F-4D97-AF65-F5344CB8AC3E}">
        <p14:creationId xmlns:p14="http://schemas.microsoft.com/office/powerpoint/2010/main" val="2100154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0BBD9-95A9-00C8-E1D4-8F2D5AB8E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D92DC-2176-8090-CBB8-2C8FDF9907AE}"/>
              </a:ext>
            </a:extLst>
          </p:cNvPr>
          <p:cNvSpPr>
            <a:spLocks noGrp="1"/>
          </p:cNvSpPr>
          <p:nvPr>
            <p:ph type="title"/>
          </p:nvPr>
        </p:nvSpPr>
        <p:spPr/>
        <p:txBody>
          <a:bodyPr/>
          <a:lstStyle/>
          <a:p>
            <a:r>
              <a:rPr lang="en-US"/>
              <a:t>Getter and Setter: Encapsulation </a:t>
            </a:r>
          </a:p>
        </p:txBody>
      </p:sp>
      <p:pic>
        <p:nvPicPr>
          <p:cNvPr id="7" name="Picture 6">
            <a:extLst>
              <a:ext uri="{FF2B5EF4-FFF2-40B4-BE49-F238E27FC236}">
                <a16:creationId xmlns:a16="http://schemas.microsoft.com/office/drawing/2014/main" id="{0ED4CD52-FDC1-0EAF-203E-A24AE8563A91}"/>
              </a:ext>
            </a:extLst>
          </p:cNvPr>
          <p:cNvPicPr>
            <a:picLocks noChangeAspect="1"/>
          </p:cNvPicPr>
          <p:nvPr/>
        </p:nvPicPr>
        <p:blipFill>
          <a:blip r:embed="rId2"/>
          <a:stretch>
            <a:fillRect/>
          </a:stretch>
        </p:blipFill>
        <p:spPr>
          <a:xfrm>
            <a:off x="0" y="2649381"/>
            <a:ext cx="9144000" cy="1559237"/>
          </a:xfrm>
          <a:prstGeom prst="rect">
            <a:avLst/>
          </a:prstGeom>
        </p:spPr>
      </p:pic>
      <p:sp>
        <p:nvSpPr>
          <p:cNvPr id="8" name="TextBox 7">
            <a:extLst>
              <a:ext uri="{FF2B5EF4-FFF2-40B4-BE49-F238E27FC236}">
                <a16:creationId xmlns:a16="http://schemas.microsoft.com/office/drawing/2014/main" id="{5F6198D8-E784-09E5-7776-7CC26973EC80}"/>
              </a:ext>
            </a:extLst>
          </p:cNvPr>
          <p:cNvSpPr txBox="1"/>
          <p:nvPr/>
        </p:nvSpPr>
        <p:spPr>
          <a:xfrm>
            <a:off x="2790825" y="3124200"/>
            <a:ext cx="434734" cy="769441"/>
          </a:xfrm>
          <a:prstGeom prst="rect">
            <a:avLst/>
          </a:prstGeom>
          <a:noFill/>
        </p:spPr>
        <p:txBody>
          <a:bodyPr wrap="none" rtlCol="0">
            <a:spAutoFit/>
          </a:bodyPr>
          <a:lstStyle/>
          <a:p>
            <a:r>
              <a:rPr lang="en-US" sz="4400">
                <a:solidFill>
                  <a:srgbClr val="FF0000"/>
                </a:solidFill>
              </a:rPr>
              <a:t>x</a:t>
            </a:r>
          </a:p>
        </p:txBody>
      </p:sp>
    </p:spTree>
    <p:extLst>
      <p:ext uri="{BB962C8B-B14F-4D97-AF65-F5344CB8AC3E}">
        <p14:creationId xmlns:p14="http://schemas.microsoft.com/office/powerpoint/2010/main" val="3865326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6F68B-C4DF-BEBB-279B-070FEB97B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9D2418-70EC-3CD7-A775-FF184AD6EF81}"/>
              </a:ext>
            </a:extLst>
          </p:cNvPr>
          <p:cNvSpPr>
            <a:spLocks noGrp="1"/>
          </p:cNvSpPr>
          <p:nvPr>
            <p:ph type="title"/>
          </p:nvPr>
        </p:nvSpPr>
        <p:spPr/>
        <p:txBody>
          <a:bodyPr/>
          <a:lstStyle/>
          <a:p>
            <a:r>
              <a:rPr lang="en-US"/>
              <a:t>Getter and Setter: Abstraction </a:t>
            </a:r>
          </a:p>
        </p:txBody>
      </p:sp>
      <p:sp>
        <p:nvSpPr>
          <p:cNvPr id="5" name="Content Placeholder 4">
            <a:extLst>
              <a:ext uri="{FF2B5EF4-FFF2-40B4-BE49-F238E27FC236}">
                <a16:creationId xmlns:a16="http://schemas.microsoft.com/office/drawing/2014/main" id="{50296E64-8F65-8C68-6AFD-5E90A170C692}"/>
              </a:ext>
            </a:extLst>
          </p:cNvPr>
          <p:cNvSpPr>
            <a:spLocks noGrp="1"/>
          </p:cNvSpPr>
          <p:nvPr>
            <p:ph idx="1"/>
          </p:nvPr>
        </p:nvSpPr>
        <p:spPr/>
        <p:txBody>
          <a:bodyPr>
            <a:normAutofit/>
          </a:bodyPr>
          <a:lstStyle/>
          <a:p>
            <a:r>
              <a:rPr lang="en-US"/>
              <a:t>Getters and setters abstract away the complexity of how the internal data is stored or validated.</a:t>
            </a:r>
          </a:p>
        </p:txBody>
      </p:sp>
    </p:spTree>
    <p:extLst>
      <p:ext uri="{BB962C8B-B14F-4D97-AF65-F5344CB8AC3E}">
        <p14:creationId xmlns:p14="http://schemas.microsoft.com/office/powerpoint/2010/main" val="688662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A7F23-6D3D-8E3B-FB12-93AAF1089C2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D5CDF5E-089C-B151-B3EB-20C67DCED1FE}"/>
              </a:ext>
            </a:extLst>
          </p:cNvPr>
          <p:cNvPicPr>
            <a:picLocks noChangeAspect="1"/>
          </p:cNvPicPr>
          <p:nvPr/>
        </p:nvPicPr>
        <p:blipFill>
          <a:blip r:embed="rId2"/>
          <a:stretch>
            <a:fillRect/>
          </a:stretch>
        </p:blipFill>
        <p:spPr>
          <a:xfrm>
            <a:off x="0" y="0"/>
            <a:ext cx="9144000" cy="6800273"/>
          </a:xfrm>
          <a:prstGeom prst="rect">
            <a:avLst/>
          </a:prstGeom>
        </p:spPr>
      </p:pic>
    </p:spTree>
    <p:extLst>
      <p:ext uri="{BB962C8B-B14F-4D97-AF65-F5344CB8AC3E}">
        <p14:creationId xmlns:p14="http://schemas.microsoft.com/office/powerpoint/2010/main" val="2566660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44B4381-CBF6-74E7-8E3B-58F4723894A4}"/>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Inheritance</a:t>
            </a:r>
          </a:p>
        </p:txBody>
      </p:sp>
      <p:grpSp>
        <p:nvGrpSpPr>
          <p:cNvPr id="15363" name="Group 4" descr="In addition to the common insect characteristics, the bumblebee has its own unique characteristic such as the ability to sting. In addition to the common insect characteristics, the grasshoppers has its own unique characteristics such as the ability to jump.">
            <a:extLst>
              <a:ext uri="{FF2B5EF4-FFF2-40B4-BE49-F238E27FC236}">
                <a16:creationId xmlns:a16="http://schemas.microsoft.com/office/drawing/2014/main" id="{7B44AB0A-0B3D-C5E9-8ABE-5D1EF196EA99}"/>
              </a:ext>
            </a:extLst>
          </p:cNvPr>
          <p:cNvGrpSpPr>
            <a:grpSpLocks/>
          </p:cNvGrpSpPr>
          <p:nvPr/>
        </p:nvGrpSpPr>
        <p:grpSpPr bwMode="auto">
          <a:xfrm>
            <a:off x="342900" y="1665288"/>
            <a:ext cx="8458200" cy="4506912"/>
            <a:chOff x="228600" y="1447800"/>
            <a:chExt cx="8458200" cy="4506913"/>
          </a:xfrm>
        </p:grpSpPr>
        <p:sp>
          <p:nvSpPr>
            <p:cNvPr id="31" name="Rectangle 3">
              <a:extLst>
                <a:ext uri="{FF2B5EF4-FFF2-40B4-BE49-F238E27FC236}">
                  <a16:creationId xmlns:a16="http://schemas.microsoft.com/office/drawing/2014/main" id="{94681593-345A-2A9D-442F-34989862914E}"/>
                </a:ext>
              </a:extLst>
            </p:cNvPr>
            <p:cNvSpPr>
              <a:spLocks noChangeArrowheads="1"/>
            </p:cNvSpPr>
            <p:nvPr/>
          </p:nvSpPr>
          <p:spPr bwMode="auto">
            <a:xfrm>
              <a:off x="3581400" y="1447800"/>
              <a:ext cx="2057400" cy="1143000"/>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Insect</a:t>
              </a:r>
            </a:p>
          </p:txBody>
        </p:sp>
        <p:sp>
          <p:nvSpPr>
            <p:cNvPr id="32" name="Rectangle 5">
              <a:extLst>
                <a:ext uri="{FF2B5EF4-FFF2-40B4-BE49-F238E27FC236}">
                  <a16:creationId xmlns:a16="http://schemas.microsoft.com/office/drawing/2014/main" id="{C388139A-26EB-4E39-1986-08F60FDC9906}"/>
                </a:ext>
              </a:extLst>
            </p:cNvPr>
            <p:cNvSpPr>
              <a:spLocks noChangeArrowheads="1"/>
            </p:cNvSpPr>
            <p:nvPr/>
          </p:nvSpPr>
          <p:spPr bwMode="auto">
            <a:xfrm>
              <a:off x="4724400" y="3429000"/>
              <a:ext cx="1981200" cy="1143000"/>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Grasshopper</a:t>
              </a:r>
            </a:p>
          </p:txBody>
        </p:sp>
        <p:sp>
          <p:nvSpPr>
            <p:cNvPr id="33" name="Rectangle 6">
              <a:extLst>
                <a:ext uri="{FF2B5EF4-FFF2-40B4-BE49-F238E27FC236}">
                  <a16:creationId xmlns:a16="http://schemas.microsoft.com/office/drawing/2014/main" id="{087330EB-645B-F87B-3B67-20FAC3B99B6F}"/>
                </a:ext>
              </a:extLst>
            </p:cNvPr>
            <p:cNvSpPr>
              <a:spLocks noChangeArrowheads="1"/>
            </p:cNvSpPr>
            <p:nvPr/>
          </p:nvSpPr>
          <p:spPr bwMode="auto">
            <a:xfrm>
              <a:off x="2514600" y="3429000"/>
              <a:ext cx="1981200" cy="1143000"/>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BumbleBee</a:t>
              </a:r>
            </a:p>
          </p:txBody>
        </p:sp>
        <p:cxnSp>
          <p:nvCxnSpPr>
            <p:cNvPr id="15367" name="AutoShape 7">
              <a:extLst>
                <a:ext uri="{FF2B5EF4-FFF2-40B4-BE49-F238E27FC236}">
                  <a16:creationId xmlns:a16="http://schemas.microsoft.com/office/drawing/2014/main" id="{76DF3FEB-ED4B-8C4B-827A-DA680E80A13B}"/>
                </a:ext>
              </a:extLst>
            </p:cNvPr>
            <p:cNvCxnSpPr>
              <a:cxnSpLocks noChangeShapeType="1"/>
              <a:stCxn id="33" idx="0"/>
              <a:endCxn id="31" idx="2"/>
            </p:cNvCxnSpPr>
            <p:nvPr/>
          </p:nvCxnSpPr>
          <p:spPr bwMode="auto">
            <a:xfrm rot="-5400000">
              <a:off x="3638550" y="2457450"/>
              <a:ext cx="838200" cy="1104900"/>
            </a:xfrm>
            <a:prstGeom prst="bentConnector3">
              <a:avLst>
                <a:gd name="adj1" fmla="val 50000"/>
              </a:avLst>
            </a:prstGeom>
            <a:noFill/>
            <a:ln w="25400">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5368" name="AutoShape 8">
              <a:extLst>
                <a:ext uri="{FF2B5EF4-FFF2-40B4-BE49-F238E27FC236}">
                  <a16:creationId xmlns:a16="http://schemas.microsoft.com/office/drawing/2014/main" id="{3F3CA3A8-A734-858A-D05E-62FFDAB279B4}"/>
                </a:ext>
              </a:extLst>
            </p:cNvPr>
            <p:cNvCxnSpPr>
              <a:cxnSpLocks noChangeShapeType="1"/>
              <a:stCxn id="32" idx="0"/>
              <a:endCxn id="31" idx="2"/>
            </p:cNvCxnSpPr>
            <p:nvPr/>
          </p:nvCxnSpPr>
          <p:spPr bwMode="auto">
            <a:xfrm rot="5400000" flipH="1">
              <a:off x="4743450" y="2457450"/>
              <a:ext cx="838200" cy="1104900"/>
            </a:xfrm>
            <a:prstGeom prst="bentConnector3">
              <a:avLst>
                <a:gd name="adj1" fmla="val 50000"/>
              </a:avLst>
            </a:prstGeom>
            <a:noFill/>
            <a:ln w="25400">
              <a:solidFill>
                <a:srgbClr val="000000"/>
              </a:solidFill>
              <a:miter lim="800000"/>
              <a:headEnd/>
              <a:tailEnd type="triangle" w="med" len="med"/>
            </a:ln>
            <a:extLst>
              <a:ext uri="{909E8E84-426E-40DD-AFC4-6F175D3DCCD1}">
                <a14:hiddenFill xmlns:a14="http://schemas.microsoft.com/office/drawing/2010/main">
                  <a:noFill/>
                </a14:hiddenFill>
              </a:ext>
            </a:extLst>
          </p:spPr>
        </p:cxnSp>
        <p:grpSp>
          <p:nvGrpSpPr>
            <p:cNvPr id="15369" name="Group 20">
              <a:extLst>
                <a:ext uri="{FF2B5EF4-FFF2-40B4-BE49-F238E27FC236}">
                  <a16:creationId xmlns:a16="http://schemas.microsoft.com/office/drawing/2014/main" id="{D0830725-27CA-2DFD-52A2-472AEF3207F1}"/>
                </a:ext>
              </a:extLst>
            </p:cNvPr>
            <p:cNvGrpSpPr>
              <a:grpSpLocks/>
            </p:cNvGrpSpPr>
            <p:nvPr/>
          </p:nvGrpSpPr>
          <p:grpSpPr bwMode="auto">
            <a:xfrm>
              <a:off x="228600" y="2019300"/>
              <a:ext cx="3352800" cy="1100138"/>
              <a:chOff x="144" y="1272"/>
              <a:chExt cx="2112" cy="693"/>
            </a:xfrm>
          </p:grpSpPr>
          <p:sp>
            <p:nvSpPr>
              <p:cNvPr id="37" name="Text Box 9">
                <a:extLst>
                  <a:ext uri="{FF2B5EF4-FFF2-40B4-BE49-F238E27FC236}">
                    <a16:creationId xmlns:a16="http://schemas.microsoft.com/office/drawing/2014/main" id="{3DB95AA7-162D-6028-B6B7-1488D55A0BB5}"/>
                  </a:ext>
                </a:extLst>
              </p:cNvPr>
              <p:cNvSpPr txBox="1">
                <a:spLocks noChangeArrowheads="1"/>
              </p:cNvSpPr>
              <p:nvPr/>
            </p:nvSpPr>
            <p:spPr bwMode="auto">
              <a:xfrm>
                <a:off x="144" y="1382"/>
                <a:ext cx="1776" cy="58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1800" b="1" kern="0">
                    <a:solidFill>
                      <a:srgbClr val="000000"/>
                    </a:solidFill>
                  </a:rPr>
                  <a:t>Contains those attributes and methods that are shared by all insects.</a:t>
                </a:r>
              </a:p>
            </p:txBody>
          </p:sp>
          <p:cxnSp>
            <p:nvCxnSpPr>
              <p:cNvPr id="15376" name="AutoShape 10">
                <a:extLst>
                  <a:ext uri="{FF2B5EF4-FFF2-40B4-BE49-F238E27FC236}">
                    <a16:creationId xmlns:a16="http://schemas.microsoft.com/office/drawing/2014/main" id="{C1EB5F78-2F71-FE52-AC52-32064E2CF209}"/>
                  </a:ext>
                </a:extLst>
              </p:cNvPr>
              <p:cNvCxnSpPr>
                <a:cxnSpLocks noChangeShapeType="1"/>
                <a:stCxn id="37" idx="3"/>
                <a:endCxn id="31" idx="1"/>
              </p:cNvCxnSpPr>
              <p:nvPr/>
            </p:nvCxnSpPr>
            <p:spPr bwMode="auto">
              <a:xfrm flipV="1">
                <a:off x="1920" y="1272"/>
                <a:ext cx="336" cy="402"/>
              </a:xfrm>
              <a:prstGeom prst="bentConnector3">
                <a:avLst>
                  <a:gd name="adj1" fmla="val 50000"/>
                </a:avLst>
              </a:prstGeom>
              <a:noFill/>
              <a:ln w="12700">
                <a:solidFill>
                  <a:srgbClr val="FF0000"/>
                </a:solidFill>
                <a:miter lim="800000"/>
                <a:headEnd/>
                <a:tailEnd type="triangle" w="med" len="med"/>
              </a:ln>
              <a:extLst>
                <a:ext uri="{909E8E84-426E-40DD-AFC4-6F175D3DCCD1}">
                  <a14:hiddenFill xmlns:a14="http://schemas.microsoft.com/office/drawing/2010/main">
                    <a:noFill/>
                  </a14:hiddenFill>
                </a:ext>
              </a:extLst>
            </p:spPr>
          </p:cxnSp>
        </p:grpSp>
        <p:grpSp>
          <p:nvGrpSpPr>
            <p:cNvPr id="15370" name="Group 19">
              <a:extLst>
                <a:ext uri="{FF2B5EF4-FFF2-40B4-BE49-F238E27FC236}">
                  <a16:creationId xmlns:a16="http://schemas.microsoft.com/office/drawing/2014/main" id="{DBA85BAD-7A23-5439-DFBB-5CD2E31F9C05}"/>
                </a:ext>
              </a:extLst>
            </p:cNvPr>
            <p:cNvGrpSpPr>
              <a:grpSpLocks/>
            </p:cNvGrpSpPr>
            <p:nvPr/>
          </p:nvGrpSpPr>
          <p:grpSpPr bwMode="auto">
            <a:xfrm>
              <a:off x="381000" y="4000500"/>
              <a:ext cx="8305800" cy="1954213"/>
              <a:chOff x="240" y="2520"/>
              <a:chExt cx="5232" cy="1231"/>
            </a:xfrm>
          </p:grpSpPr>
          <p:sp>
            <p:nvSpPr>
              <p:cNvPr id="40" name="Text Box 11">
                <a:extLst>
                  <a:ext uri="{FF2B5EF4-FFF2-40B4-BE49-F238E27FC236}">
                    <a16:creationId xmlns:a16="http://schemas.microsoft.com/office/drawing/2014/main" id="{DC754090-B57B-D1FA-AB09-EC0B35031787}"/>
                  </a:ext>
                </a:extLst>
              </p:cNvPr>
              <p:cNvSpPr txBox="1">
                <a:spLocks noChangeArrowheads="1"/>
              </p:cNvSpPr>
              <p:nvPr/>
            </p:nvSpPr>
            <p:spPr bwMode="auto">
              <a:xfrm>
                <a:off x="240" y="3168"/>
                <a:ext cx="2160" cy="58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1800" b="1" kern="0">
                    <a:solidFill>
                      <a:srgbClr val="000000"/>
                    </a:solidFill>
                  </a:rPr>
                  <a:t>Contains those attributes and methods that specific to a Bumble Bee.</a:t>
                </a:r>
              </a:p>
            </p:txBody>
          </p:sp>
          <p:cxnSp>
            <p:nvCxnSpPr>
              <p:cNvPr id="15372" name="AutoShape 13">
                <a:extLst>
                  <a:ext uri="{FF2B5EF4-FFF2-40B4-BE49-F238E27FC236}">
                    <a16:creationId xmlns:a16="http://schemas.microsoft.com/office/drawing/2014/main" id="{51B507FC-D7A2-BB00-7AAA-A6310BB8CC26}"/>
                  </a:ext>
                </a:extLst>
              </p:cNvPr>
              <p:cNvCxnSpPr>
                <a:cxnSpLocks noChangeShapeType="1"/>
                <a:stCxn id="40" idx="0"/>
                <a:endCxn id="33" idx="1"/>
              </p:cNvCxnSpPr>
              <p:nvPr/>
            </p:nvCxnSpPr>
            <p:spPr bwMode="auto">
              <a:xfrm rot="-5400000">
                <a:off x="1128" y="2712"/>
                <a:ext cx="648" cy="264"/>
              </a:xfrm>
              <a:prstGeom prst="bentConnector2">
                <a:avLst/>
              </a:prstGeom>
              <a:noFill/>
              <a:ln w="12700">
                <a:solidFill>
                  <a:srgbClr val="FF0000"/>
                </a:solidFill>
                <a:miter lim="800000"/>
                <a:headEnd/>
                <a:tailEnd type="triangle" w="med" len="med"/>
              </a:ln>
              <a:extLst>
                <a:ext uri="{909E8E84-426E-40DD-AFC4-6F175D3DCCD1}">
                  <a14:hiddenFill xmlns:a14="http://schemas.microsoft.com/office/drawing/2010/main">
                    <a:noFill/>
                  </a14:hiddenFill>
                </a:ext>
              </a:extLst>
            </p:spPr>
          </p:cxnSp>
          <p:sp>
            <p:nvSpPr>
              <p:cNvPr id="42" name="Text Box 12">
                <a:extLst>
                  <a:ext uri="{FF2B5EF4-FFF2-40B4-BE49-F238E27FC236}">
                    <a16:creationId xmlns:a16="http://schemas.microsoft.com/office/drawing/2014/main" id="{F67F2B44-57AD-F384-B3BD-32E69EC1A442}"/>
                  </a:ext>
                </a:extLst>
              </p:cNvPr>
              <p:cNvSpPr txBox="1">
                <a:spLocks noChangeArrowheads="1"/>
              </p:cNvSpPr>
              <p:nvPr/>
            </p:nvSpPr>
            <p:spPr bwMode="auto">
              <a:xfrm>
                <a:off x="3456" y="3168"/>
                <a:ext cx="2016" cy="58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1800" b="1" kern="0" dirty="0">
                    <a:solidFill>
                      <a:srgbClr val="000000"/>
                    </a:solidFill>
                  </a:rPr>
                  <a:t>Contains those attributes and methods that are specific to a Grasshopper.</a:t>
                </a:r>
              </a:p>
            </p:txBody>
          </p:sp>
          <p:cxnSp>
            <p:nvCxnSpPr>
              <p:cNvPr id="15374" name="AutoShape 14">
                <a:extLst>
                  <a:ext uri="{FF2B5EF4-FFF2-40B4-BE49-F238E27FC236}">
                    <a16:creationId xmlns:a16="http://schemas.microsoft.com/office/drawing/2014/main" id="{E8EFCECF-367D-D483-8078-BE90DB9ECD32}"/>
                  </a:ext>
                </a:extLst>
              </p:cNvPr>
              <p:cNvCxnSpPr>
                <a:cxnSpLocks noChangeShapeType="1"/>
                <a:stCxn id="42" idx="0"/>
                <a:endCxn id="32" idx="3"/>
              </p:cNvCxnSpPr>
              <p:nvPr/>
            </p:nvCxnSpPr>
            <p:spPr bwMode="auto">
              <a:xfrm rot="5400000" flipH="1">
                <a:off x="4020" y="2724"/>
                <a:ext cx="648" cy="240"/>
              </a:xfrm>
              <a:prstGeom prst="bentConnector2">
                <a:avLst/>
              </a:prstGeom>
              <a:noFill/>
              <a:ln w="12700">
                <a:solidFill>
                  <a:srgbClr val="FF0000"/>
                </a:solidFill>
                <a:miter lim="800000"/>
                <a:headEnd/>
                <a:tailEnd type="triangle" w="med" len="med"/>
              </a:ln>
              <a:extLst>
                <a:ext uri="{909E8E84-426E-40DD-AFC4-6F175D3DCCD1}">
                  <a14:hiddenFill xmlns:a14="http://schemas.microsoft.com/office/drawing/2010/main">
                    <a:noFill/>
                  </a14:hiddenFill>
                </a:ext>
              </a:extLst>
            </p:spPr>
          </p:cxn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9047F00-CE27-3AA3-32F6-C40789406D5E}"/>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“is a” Relationship (1 of 2)</a:t>
            </a:r>
          </a:p>
        </p:txBody>
      </p:sp>
      <p:sp>
        <p:nvSpPr>
          <p:cNvPr id="16387" name="Rectangle 3">
            <a:extLst>
              <a:ext uri="{FF2B5EF4-FFF2-40B4-BE49-F238E27FC236}">
                <a16:creationId xmlns:a16="http://schemas.microsoft.com/office/drawing/2014/main" id="{62C5AB79-E217-608F-EC91-80848AF149DE}"/>
              </a:ext>
            </a:extLst>
          </p:cNvPr>
          <p:cNvSpPr txBox="1">
            <a:spLocks noGrp="1" noChangeArrowheads="1"/>
          </p:cNvSpPr>
          <p:nvPr>
            <p:ph type="body" idx="1"/>
          </p:nvPr>
        </p:nvSpPr>
        <p:spPr>
          <a:xfrm>
            <a:off x="457200" y="1636713"/>
            <a:ext cx="8229600" cy="4525962"/>
          </a:xfrm>
        </p:spPr>
        <p:txBody>
          <a:bodyPr>
            <a:normAutofit lnSpcReduction="10000"/>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relationship between a superclass and an inherited class is called an “is a” relationship.</a:t>
            </a:r>
          </a:p>
          <a:p>
            <a:pPr marL="896938" lvl="1" indent="-41751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 grasshopper “is a” insect.</a:t>
            </a:r>
          </a:p>
          <a:p>
            <a:pPr marL="896938" lvl="1" indent="-41751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 poodle “is a” dog.</a:t>
            </a:r>
          </a:p>
          <a:p>
            <a:pPr marL="896938" lvl="1" indent="-41751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 car “is a” vehicle.</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A specialized object has:</a:t>
            </a:r>
          </a:p>
          <a:p>
            <a:pPr marL="896938" lvl="1" indent="-41751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all of the characteristics of the general object, plus</a:t>
            </a:r>
          </a:p>
          <a:p>
            <a:pPr marL="896938" lvl="1" indent="-41751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additional characteristics that make it special.</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In object-oriented programming,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inheritance </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is used to create an “is a” relationship among classes.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3A06268-58D5-9A7D-9E5A-CB71C7595503}"/>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“is a” Relationship (2 of 2)</a:t>
            </a:r>
          </a:p>
        </p:txBody>
      </p:sp>
      <p:sp>
        <p:nvSpPr>
          <p:cNvPr id="18435" name="Rectangle 3">
            <a:extLst>
              <a:ext uri="{FF2B5EF4-FFF2-40B4-BE49-F238E27FC236}">
                <a16:creationId xmlns:a16="http://schemas.microsoft.com/office/drawing/2014/main" id="{CC1021EB-6AAB-9877-4111-0A62C9BF895C}"/>
              </a:ext>
            </a:extLst>
          </p:cNvPr>
          <p:cNvSpPr txBox="1">
            <a:spLocks noGrp="1" noChangeArrowheads="1"/>
          </p:cNvSpPr>
          <p:nvPr>
            <p:ph type="body" idx="1"/>
          </p:nvPr>
        </p:nvSpPr>
        <p:spPr>
          <a:xfrm>
            <a:off x="457200" y="1609725"/>
            <a:ext cx="8229600" cy="4525963"/>
          </a:xfrm>
        </p:spPr>
        <p:txBody>
          <a:bodyPr>
            <a:normAutofit fontScale="85000" lnSpcReduction="10000"/>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We can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extend</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the capabilities of a class.</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Inheritance involves a superclass and a subclass.</a:t>
            </a:r>
          </a:p>
          <a:p>
            <a:pPr marL="896938" lvl="1" indent="-417513" eaLnBrk="1" hangingPunct="1">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superclass </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is the general class and</a:t>
            </a:r>
          </a:p>
          <a:p>
            <a:pPr marL="896938" lvl="1" indent="-417513" eaLnBrk="1" hangingPunct="1">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subclass </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is the specialized class.</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subclass is based on, or extended from, the superclass.</a:t>
            </a:r>
          </a:p>
          <a:p>
            <a:pPr marL="896938" lvl="1" indent="-417513" eaLnBrk="1" hangingPunct="1">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Superclasses are also called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base classes</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 and</a:t>
            </a:r>
          </a:p>
          <a:p>
            <a:pPr marL="896938" lvl="1" indent="-417513" eaLnBrk="1" hangingPunct="1">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subclasses are also called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derived</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classes.</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relationship of classes can be thought of as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parent classes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and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child classes</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AB4C474-FCC8-21A8-6D87-4341C2456778}"/>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Inheritance</a:t>
            </a:r>
          </a:p>
        </p:txBody>
      </p:sp>
      <p:sp>
        <p:nvSpPr>
          <p:cNvPr id="14340" name="Rectangle 3">
            <a:extLst>
              <a:ext uri="{FF2B5EF4-FFF2-40B4-BE49-F238E27FC236}">
                <a16:creationId xmlns:a16="http://schemas.microsoft.com/office/drawing/2014/main" id="{CADB082F-710D-CAB2-43B3-4571A452FB8E}"/>
              </a:ext>
            </a:extLst>
          </p:cNvPr>
          <p:cNvSpPr>
            <a:spLocks noGrp="1" noChangeArrowheads="1"/>
          </p:cNvSpPr>
          <p:nvPr>
            <p:ph type="body" idx="1"/>
          </p:nvPr>
        </p:nvSpPr>
        <p:spPr/>
        <p:txBody>
          <a:bodyPr/>
          <a:lstStyle/>
          <a:p>
            <a:pPr marL="488950" indent="-387350" eaLnBrk="1" hangingPunct="1">
              <a:defRPr/>
            </a:pPr>
            <a:r>
              <a:rPr lang="en-US" altLang="en-US" sz="2800" dirty="0"/>
              <a:t>The subclass inherits fields and methods from the superclass without any of them being rewritten.</a:t>
            </a:r>
          </a:p>
          <a:p>
            <a:pPr marL="488950" indent="-387350" eaLnBrk="1" hangingPunct="1">
              <a:defRPr/>
            </a:pPr>
            <a:r>
              <a:rPr lang="en-US" altLang="en-US" sz="2800" dirty="0"/>
              <a:t>New fields and methods may be added to the subclass.</a:t>
            </a:r>
          </a:p>
          <a:p>
            <a:pPr marL="488950" indent="-387350" eaLnBrk="1" hangingPunct="1">
              <a:defRPr/>
            </a:pPr>
            <a:r>
              <a:rPr lang="en-US" altLang="en-US" sz="2800" dirty="0"/>
              <a:t>The Java keyword, </a:t>
            </a:r>
            <a:r>
              <a:rPr lang="en-US" altLang="en-US" sz="2800" i="1" dirty="0"/>
              <a:t>extends</a:t>
            </a:r>
            <a:r>
              <a:rPr lang="en-US" altLang="en-US" sz="2800" dirty="0"/>
              <a:t>, is used on the class header to define the subclass.</a:t>
            </a:r>
          </a:p>
          <a:p>
            <a:pPr marL="1295400" indent="-398463" eaLnBrk="1" hangingPunct="1">
              <a:buFont typeface="Arial"/>
              <a:buNone/>
              <a:defRPr/>
            </a:pPr>
            <a:r>
              <a:rPr lang="en-US" altLang="en-US" b="1" dirty="0">
                <a:latin typeface="Courier New" panose="02070309020205020404" pitchFamily="49" charset="0"/>
              </a:rPr>
              <a:t>public class </a:t>
            </a:r>
            <a:r>
              <a:rPr lang="en-US" altLang="en-US" b="1" dirty="0" err="1">
                <a:latin typeface="Courier New" panose="02070309020205020404" pitchFamily="49" charset="0"/>
              </a:rPr>
              <a:t>FinalExam</a:t>
            </a:r>
            <a:r>
              <a:rPr lang="en-US" altLang="en-US" b="1" dirty="0">
                <a:latin typeface="Courier New" panose="02070309020205020404" pitchFamily="49" charset="0"/>
              </a:rPr>
              <a:t> </a:t>
            </a:r>
            <a:r>
              <a:rPr lang="en-US" altLang="en-US" b="1" i="1" dirty="0">
                <a:latin typeface="Courier New" panose="02070309020205020404" pitchFamily="49" charset="0"/>
              </a:rPr>
              <a:t>extends</a:t>
            </a:r>
            <a:r>
              <a:rPr lang="en-US" altLang="en-US" b="1" dirty="0">
                <a:latin typeface="Courier New" panose="02070309020205020404" pitchFamily="49" charset="0"/>
              </a:rPr>
              <a:t> </a:t>
            </a:r>
            <a:r>
              <a:rPr lang="en-US" altLang="en-US" b="1" dirty="0" err="1">
                <a:latin typeface="Courier New" panose="02070309020205020404" pitchFamily="49" charset="0"/>
              </a:rPr>
              <a:t>GradedActivity</a:t>
            </a:r>
            <a:endParaRPr lang="en-US" altLang="en-US" b="1" dirty="0">
              <a:latin typeface="Courier New" panose="02070309020205020404" pitchFamily="49"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7AD6204-803F-6446-8E92-D8BB45498A3B}"/>
              </a:ext>
            </a:extLst>
          </p:cNvPr>
          <p:cNvSpPr txBox="1">
            <a:spLocks noGrp="1" noChangeArrowheads="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GradedActivity</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Example</a:t>
            </a:r>
          </a:p>
        </p:txBody>
      </p:sp>
      <p:grpSp>
        <p:nvGrpSpPr>
          <p:cNvPr id="22532" name="Group 2" descr="The top section is titled, Graded Activity. The middle section contains the variable minus score colon double. The bottom section contains three methods as follows. Plus Set Score left parenthesis, s colon double right parenthesis colon void. Plus get Score left parenthesis right parenthesis colon double. Plus get Grade left parenthesis, right parenthesis, colon char. The Final Exam class points to the Graded Activity class. The top section is titled, Final Exam. The middle section contains three variables as follows. Minus num Questions colon i n t. Minus points Each colon double. Minus num Missed colon int. The bottom section contains three methods as follows. Plus Final Exam left parenthesis, questions colon i n t, missed colon i n t, right parenthesis. Plus get Points Each left parenthesis right parenthesis colon double. Plus get Num Missed left parenthesis, right parenthesis, colon i n t.">
            <a:extLst>
              <a:ext uri="{FF2B5EF4-FFF2-40B4-BE49-F238E27FC236}">
                <a16:creationId xmlns:a16="http://schemas.microsoft.com/office/drawing/2014/main" id="{DDF838D3-4961-B61D-53EC-67F4F5BBF2A9}"/>
              </a:ext>
            </a:extLst>
          </p:cNvPr>
          <p:cNvGrpSpPr>
            <a:grpSpLocks/>
          </p:cNvGrpSpPr>
          <p:nvPr/>
        </p:nvGrpSpPr>
        <p:grpSpPr bwMode="auto">
          <a:xfrm>
            <a:off x="914400" y="1485900"/>
            <a:ext cx="7315200" cy="4785507"/>
            <a:chOff x="533400" y="1143000"/>
            <a:chExt cx="8077200" cy="5283200"/>
          </a:xfrm>
        </p:grpSpPr>
        <p:grpSp>
          <p:nvGrpSpPr>
            <p:cNvPr id="22533" name="Group 9">
              <a:extLst>
                <a:ext uri="{FF2B5EF4-FFF2-40B4-BE49-F238E27FC236}">
                  <a16:creationId xmlns:a16="http://schemas.microsoft.com/office/drawing/2014/main" id="{FB819696-0159-96B8-DBFA-0CBBAF3714D6}"/>
                </a:ext>
              </a:extLst>
            </p:cNvPr>
            <p:cNvGrpSpPr>
              <a:grpSpLocks/>
            </p:cNvGrpSpPr>
            <p:nvPr/>
          </p:nvGrpSpPr>
          <p:grpSpPr bwMode="auto">
            <a:xfrm>
              <a:off x="533400" y="1143000"/>
              <a:ext cx="3124200" cy="1981200"/>
              <a:chOff x="384" y="1008"/>
              <a:chExt cx="1968" cy="1248"/>
            </a:xfrm>
          </p:grpSpPr>
          <p:sp>
            <p:nvSpPr>
              <p:cNvPr id="35" name="Rectangle 5">
                <a:extLst>
                  <a:ext uri="{FF2B5EF4-FFF2-40B4-BE49-F238E27FC236}">
                    <a16:creationId xmlns:a16="http://schemas.microsoft.com/office/drawing/2014/main" id="{3CE139CA-D6EA-6D14-9D0F-49DE0BA5945F}"/>
                  </a:ext>
                </a:extLst>
              </p:cNvPr>
              <p:cNvSpPr>
                <a:spLocks noChangeArrowheads="1"/>
              </p:cNvSpPr>
              <p:nvPr/>
            </p:nvSpPr>
            <p:spPr bwMode="auto">
              <a:xfrm>
                <a:off x="384" y="1008"/>
                <a:ext cx="196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1800" kern="0" dirty="0" err="1">
                    <a:solidFill>
                      <a:srgbClr val="000000"/>
                    </a:solidFill>
                    <a:latin typeface="Helvetica" pitchFamily="34" charset="0"/>
                  </a:rPr>
                  <a:t>GradedActivity</a:t>
                </a:r>
                <a:endParaRPr lang="en-US" altLang="en-US" sz="1800" kern="0" dirty="0">
                  <a:solidFill>
                    <a:srgbClr val="000000"/>
                  </a:solidFill>
                  <a:latin typeface="Helvetica" pitchFamily="34" charset="0"/>
                </a:endParaRPr>
              </a:p>
            </p:txBody>
          </p:sp>
          <p:sp>
            <p:nvSpPr>
              <p:cNvPr id="36" name="Rectangle 6">
                <a:extLst>
                  <a:ext uri="{FF2B5EF4-FFF2-40B4-BE49-F238E27FC236}">
                    <a16:creationId xmlns:a16="http://schemas.microsoft.com/office/drawing/2014/main" id="{96C3A1D3-1790-E4B1-BD9F-7458C43F24C9}"/>
                  </a:ext>
                </a:extLst>
              </p:cNvPr>
              <p:cNvSpPr>
                <a:spLocks noChangeArrowheads="1"/>
              </p:cNvSpPr>
              <p:nvPr/>
            </p:nvSpPr>
            <p:spPr bwMode="auto">
              <a:xfrm>
                <a:off x="384" y="1296"/>
                <a:ext cx="1968" cy="336"/>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1800" kern="0" dirty="0">
                    <a:solidFill>
                      <a:srgbClr val="000000"/>
                    </a:solidFill>
                    <a:latin typeface="Helvetica" pitchFamily="34" charset="0"/>
                  </a:rPr>
                  <a:t> - score : double</a:t>
                </a:r>
              </a:p>
            </p:txBody>
          </p:sp>
          <p:sp>
            <p:nvSpPr>
              <p:cNvPr id="37" name="Rectangle 7">
                <a:extLst>
                  <a:ext uri="{FF2B5EF4-FFF2-40B4-BE49-F238E27FC236}">
                    <a16:creationId xmlns:a16="http://schemas.microsoft.com/office/drawing/2014/main" id="{DDD7DEF7-76EA-81EE-7CCE-C466ECFFF1AD}"/>
                  </a:ext>
                </a:extLst>
              </p:cNvPr>
              <p:cNvSpPr>
                <a:spLocks noChangeArrowheads="1"/>
              </p:cNvSpPr>
              <p:nvPr/>
            </p:nvSpPr>
            <p:spPr bwMode="auto">
              <a:xfrm>
                <a:off x="384" y="1632"/>
                <a:ext cx="1968" cy="624"/>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a:t>
                </a:r>
                <a:r>
                  <a:rPr lang="en-US" altLang="en-US" sz="1600" kern="0" dirty="0" err="1">
                    <a:solidFill>
                      <a:srgbClr val="000000"/>
                    </a:solidFill>
                    <a:latin typeface="Helvetica" pitchFamily="34" charset="0"/>
                  </a:rPr>
                  <a:t>setScore</a:t>
                </a:r>
                <a:r>
                  <a:rPr lang="en-US" altLang="en-US" sz="1600" kern="0" dirty="0">
                    <a:solidFill>
                      <a:srgbClr val="000000"/>
                    </a:solidFill>
                    <a:latin typeface="Helvetica" pitchFamily="34" charset="0"/>
                  </a:rPr>
                  <a:t>(s : double) : void</a:t>
                </a:r>
              </a:p>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a:t>
                </a:r>
                <a:r>
                  <a:rPr lang="en-US" altLang="en-US" sz="1600" kern="0" dirty="0" err="1">
                    <a:solidFill>
                      <a:srgbClr val="000000"/>
                    </a:solidFill>
                    <a:latin typeface="Helvetica" pitchFamily="34" charset="0"/>
                  </a:rPr>
                  <a:t>getScore</a:t>
                </a:r>
                <a:r>
                  <a:rPr lang="en-US" altLang="en-US" sz="1600" kern="0" dirty="0">
                    <a:solidFill>
                      <a:srgbClr val="000000"/>
                    </a:solidFill>
                    <a:latin typeface="Helvetica" pitchFamily="34" charset="0"/>
                  </a:rPr>
                  <a:t>() : double</a:t>
                </a:r>
              </a:p>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a:t>
                </a:r>
                <a:r>
                  <a:rPr lang="en-US" altLang="en-US" sz="1600" kern="0" dirty="0" err="1">
                    <a:solidFill>
                      <a:srgbClr val="000000"/>
                    </a:solidFill>
                    <a:latin typeface="Helvetica" pitchFamily="34" charset="0"/>
                  </a:rPr>
                  <a:t>getGrade</a:t>
                </a:r>
                <a:r>
                  <a:rPr lang="en-US" altLang="en-US" sz="1600" kern="0" dirty="0">
                    <a:solidFill>
                      <a:srgbClr val="000000"/>
                    </a:solidFill>
                    <a:latin typeface="Helvetica" pitchFamily="34" charset="0"/>
                  </a:rPr>
                  <a:t>() : char</a:t>
                </a:r>
              </a:p>
            </p:txBody>
          </p:sp>
        </p:grpSp>
        <p:grpSp>
          <p:nvGrpSpPr>
            <p:cNvPr id="22534" name="Group 14">
              <a:extLst>
                <a:ext uri="{FF2B5EF4-FFF2-40B4-BE49-F238E27FC236}">
                  <a16:creationId xmlns:a16="http://schemas.microsoft.com/office/drawing/2014/main" id="{9E578385-F180-2A0E-FE7E-9FF3372502F3}"/>
                </a:ext>
              </a:extLst>
            </p:cNvPr>
            <p:cNvGrpSpPr>
              <a:grpSpLocks/>
            </p:cNvGrpSpPr>
            <p:nvPr/>
          </p:nvGrpSpPr>
          <p:grpSpPr bwMode="auto">
            <a:xfrm>
              <a:off x="631957" y="3759200"/>
              <a:ext cx="2927085" cy="2667000"/>
              <a:chOff x="159" y="1504"/>
              <a:chExt cx="1794" cy="1680"/>
            </a:xfrm>
          </p:grpSpPr>
          <p:sp>
            <p:nvSpPr>
              <p:cNvPr id="39" name="Rectangle 11">
                <a:extLst>
                  <a:ext uri="{FF2B5EF4-FFF2-40B4-BE49-F238E27FC236}">
                    <a16:creationId xmlns:a16="http://schemas.microsoft.com/office/drawing/2014/main" id="{427E36BE-404F-AA83-F9AA-7E76D06B3CC6}"/>
                  </a:ext>
                </a:extLst>
              </p:cNvPr>
              <p:cNvSpPr>
                <a:spLocks noChangeArrowheads="1"/>
              </p:cNvSpPr>
              <p:nvPr/>
            </p:nvSpPr>
            <p:spPr bwMode="auto">
              <a:xfrm>
                <a:off x="159" y="1504"/>
                <a:ext cx="1794"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1800" kern="0" dirty="0" err="1">
                    <a:solidFill>
                      <a:srgbClr val="000000"/>
                    </a:solidFill>
                    <a:latin typeface="Helvetica" pitchFamily="34" charset="0"/>
                  </a:rPr>
                  <a:t>FinalExam</a:t>
                </a:r>
                <a:endParaRPr lang="en-US" altLang="en-US" sz="1800" kern="0" dirty="0">
                  <a:solidFill>
                    <a:srgbClr val="000000"/>
                  </a:solidFill>
                  <a:latin typeface="Helvetica" pitchFamily="34" charset="0"/>
                </a:endParaRPr>
              </a:p>
            </p:txBody>
          </p:sp>
          <p:sp>
            <p:nvSpPr>
              <p:cNvPr id="40" name="Rectangle 12">
                <a:extLst>
                  <a:ext uri="{FF2B5EF4-FFF2-40B4-BE49-F238E27FC236}">
                    <a16:creationId xmlns:a16="http://schemas.microsoft.com/office/drawing/2014/main" id="{2926A2D1-E9F3-D831-D51F-6A4B3BC4F074}"/>
                  </a:ext>
                </a:extLst>
              </p:cNvPr>
              <p:cNvSpPr>
                <a:spLocks noChangeArrowheads="1"/>
              </p:cNvSpPr>
              <p:nvPr/>
            </p:nvSpPr>
            <p:spPr bwMode="auto">
              <a:xfrm>
                <a:off x="159" y="1792"/>
                <a:ext cx="1794" cy="576"/>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a:t>
                </a:r>
                <a:r>
                  <a:rPr lang="en-US" altLang="en-US" sz="1600" kern="0" dirty="0" err="1">
                    <a:solidFill>
                      <a:srgbClr val="000000"/>
                    </a:solidFill>
                    <a:latin typeface="Helvetica" pitchFamily="34" charset="0"/>
                  </a:rPr>
                  <a:t>numQuestions</a:t>
                </a:r>
                <a:r>
                  <a:rPr lang="en-US" altLang="en-US" sz="1600" kern="0" dirty="0">
                    <a:solidFill>
                      <a:srgbClr val="000000"/>
                    </a:solidFill>
                    <a:latin typeface="Helvetica" pitchFamily="34" charset="0"/>
                  </a:rPr>
                  <a:t> : </a:t>
                </a:r>
                <a:r>
                  <a:rPr lang="en-US" altLang="en-US" sz="1600" kern="0" dirty="0" err="1">
                    <a:solidFill>
                      <a:srgbClr val="000000"/>
                    </a:solidFill>
                    <a:latin typeface="Helvetica" pitchFamily="34" charset="0"/>
                  </a:rPr>
                  <a:t>int</a:t>
                </a:r>
                <a:endParaRPr lang="en-US" altLang="en-US" sz="1600" kern="0" dirty="0">
                  <a:solidFill>
                    <a:srgbClr val="000000"/>
                  </a:solidFill>
                  <a:latin typeface="Helvetica" pitchFamily="34" charset="0"/>
                </a:endParaRPr>
              </a:p>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a:t>
                </a:r>
                <a:r>
                  <a:rPr lang="en-US" altLang="en-US" sz="1600" kern="0" dirty="0" err="1">
                    <a:solidFill>
                      <a:srgbClr val="000000"/>
                    </a:solidFill>
                    <a:latin typeface="Helvetica" pitchFamily="34" charset="0"/>
                  </a:rPr>
                  <a:t>pointsEach</a:t>
                </a:r>
                <a:r>
                  <a:rPr lang="en-US" altLang="en-US" sz="1600" kern="0" dirty="0">
                    <a:solidFill>
                      <a:srgbClr val="000000"/>
                    </a:solidFill>
                    <a:latin typeface="Helvetica" pitchFamily="34" charset="0"/>
                  </a:rPr>
                  <a:t> : double</a:t>
                </a:r>
              </a:p>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a:t>
                </a:r>
                <a:r>
                  <a:rPr lang="en-US" altLang="en-US" sz="1600" kern="0" dirty="0" err="1">
                    <a:solidFill>
                      <a:srgbClr val="000000"/>
                    </a:solidFill>
                    <a:latin typeface="Helvetica" pitchFamily="34" charset="0"/>
                  </a:rPr>
                  <a:t>numMissed</a:t>
                </a:r>
                <a:r>
                  <a:rPr lang="en-US" altLang="en-US" sz="1600" kern="0" dirty="0">
                    <a:solidFill>
                      <a:srgbClr val="000000"/>
                    </a:solidFill>
                    <a:latin typeface="Helvetica" pitchFamily="34" charset="0"/>
                  </a:rPr>
                  <a:t> : </a:t>
                </a:r>
                <a:r>
                  <a:rPr lang="en-US" altLang="en-US" sz="1600" kern="0" dirty="0" err="1">
                    <a:solidFill>
                      <a:srgbClr val="000000"/>
                    </a:solidFill>
                    <a:latin typeface="Helvetica" pitchFamily="34" charset="0"/>
                  </a:rPr>
                  <a:t>int</a:t>
                </a:r>
                <a:endParaRPr lang="en-US" altLang="en-US" sz="1600" kern="0" dirty="0">
                  <a:solidFill>
                    <a:srgbClr val="000000"/>
                  </a:solidFill>
                  <a:latin typeface="Helvetica" pitchFamily="34" charset="0"/>
                </a:endParaRPr>
              </a:p>
            </p:txBody>
          </p:sp>
          <p:sp>
            <p:nvSpPr>
              <p:cNvPr id="41" name="Rectangle 13">
                <a:extLst>
                  <a:ext uri="{FF2B5EF4-FFF2-40B4-BE49-F238E27FC236}">
                    <a16:creationId xmlns:a16="http://schemas.microsoft.com/office/drawing/2014/main" id="{98B3C0FA-4E22-DD6A-1B30-06A814E2A362}"/>
                  </a:ext>
                </a:extLst>
              </p:cNvPr>
              <p:cNvSpPr>
                <a:spLocks noChangeArrowheads="1"/>
              </p:cNvSpPr>
              <p:nvPr/>
            </p:nvSpPr>
            <p:spPr bwMode="auto">
              <a:xfrm>
                <a:off x="159" y="2368"/>
                <a:ext cx="1794" cy="816"/>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a:t>
                </a:r>
                <a:r>
                  <a:rPr lang="en-US" altLang="en-US" sz="1600" kern="0" dirty="0" err="1">
                    <a:solidFill>
                      <a:srgbClr val="000000"/>
                    </a:solidFill>
                    <a:latin typeface="Helvetica" pitchFamily="34" charset="0"/>
                  </a:rPr>
                  <a:t>FinalExam</a:t>
                </a:r>
                <a:r>
                  <a:rPr lang="en-US" altLang="en-US" sz="1600" kern="0" dirty="0">
                    <a:solidFill>
                      <a:srgbClr val="000000"/>
                    </a:solidFill>
                    <a:latin typeface="Helvetica" pitchFamily="34" charset="0"/>
                  </a:rPr>
                  <a:t>(questions : </a:t>
                </a:r>
                <a:r>
                  <a:rPr lang="en-US" altLang="en-US" sz="1600" kern="0" dirty="0" err="1">
                    <a:solidFill>
                      <a:srgbClr val="000000"/>
                    </a:solidFill>
                    <a:latin typeface="Helvetica" pitchFamily="34" charset="0"/>
                  </a:rPr>
                  <a:t>int</a:t>
                </a:r>
                <a:r>
                  <a:rPr lang="en-US" altLang="en-US" sz="1600" kern="0" dirty="0">
                    <a:solidFill>
                      <a:srgbClr val="000000"/>
                    </a:solidFill>
                    <a:latin typeface="Helvetica" pitchFamily="34" charset="0"/>
                  </a:rPr>
                  <a:t>, </a:t>
                </a:r>
              </a:p>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missed : </a:t>
                </a:r>
                <a:r>
                  <a:rPr lang="en-US" altLang="en-US" sz="1600" kern="0" dirty="0" err="1">
                    <a:solidFill>
                      <a:srgbClr val="000000"/>
                    </a:solidFill>
                    <a:latin typeface="Helvetica" pitchFamily="34" charset="0"/>
                  </a:rPr>
                  <a:t>int</a:t>
                </a:r>
                <a:r>
                  <a:rPr lang="en-US" altLang="en-US" sz="1600" kern="0" dirty="0">
                    <a:solidFill>
                      <a:srgbClr val="000000"/>
                    </a:solidFill>
                    <a:latin typeface="Helvetica" pitchFamily="34" charset="0"/>
                  </a:rPr>
                  <a:t>)</a:t>
                </a:r>
              </a:p>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a:t>
                </a:r>
                <a:r>
                  <a:rPr lang="en-US" altLang="en-US" sz="1600" kern="0" dirty="0" err="1">
                    <a:solidFill>
                      <a:srgbClr val="000000"/>
                    </a:solidFill>
                    <a:latin typeface="Helvetica" pitchFamily="34" charset="0"/>
                  </a:rPr>
                  <a:t>getPointsEach</a:t>
                </a:r>
                <a:r>
                  <a:rPr lang="en-US" altLang="en-US" sz="1600" kern="0" dirty="0">
                    <a:solidFill>
                      <a:srgbClr val="000000"/>
                    </a:solidFill>
                    <a:latin typeface="Helvetica" pitchFamily="34" charset="0"/>
                  </a:rPr>
                  <a:t>() : double</a:t>
                </a:r>
              </a:p>
              <a:p>
                <a:pPr eaLnBrk="1" fontAlgn="auto" hangingPunct="1">
                  <a:spcBef>
                    <a:spcPct val="0"/>
                  </a:spcBef>
                  <a:spcAft>
                    <a:spcPts val="0"/>
                  </a:spcAft>
                  <a:buClrTx/>
                  <a:buFontTx/>
                  <a:buNone/>
                  <a:defRPr/>
                </a:pPr>
                <a:r>
                  <a:rPr lang="en-US" altLang="en-US" sz="1600" kern="0" dirty="0">
                    <a:solidFill>
                      <a:srgbClr val="000000"/>
                    </a:solidFill>
                    <a:latin typeface="Helvetica" pitchFamily="34" charset="0"/>
                  </a:rPr>
                  <a:t>+ </a:t>
                </a:r>
                <a:r>
                  <a:rPr lang="en-US" altLang="en-US" sz="1600" kern="0" dirty="0" err="1">
                    <a:solidFill>
                      <a:srgbClr val="000000"/>
                    </a:solidFill>
                    <a:latin typeface="Helvetica" pitchFamily="34" charset="0"/>
                  </a:rPr>
                  <a:t>getNumMissed</a:t>
                </a:r>
                <a:r>
                  <a:rPr lang="en-US" altLang="en-US" sz="1600" kern="0" dirty="0">
                    <a:solidFill>
                      <a:srgbClr val="000000"/>
                    </a:solidFill>
                    <a:latin typeface="Helvetica" pitchFamily="34" charset="0"/>
                  </a:rPr>
                  <a:t>() : </a:t>
                </a:r>
                <a:r>
                  <a:rPr lang="en-US" altLang="en-US" sz="1600" kern="0" dirty="0" err="1">
                    <a:solidFill>
                      <a:srgbClr val="000000"/>
                    </a:solidFill>
                    <a:latin typeface="Helvetica" pitchFamily="34" charset="0"/>
                  </a:rPr>
                  <a:t>int</a:t>
                </a:r>
                <a:endParaRPr lang="en-US" altLang="en-US" sz="1600" kern="0" dirty="0">
                  <a:solidFill>
                    <a:srgbClr val="000000"/>
                  </a:solidFill>
                  <a:latin typeface="Helvetica" pitchFamily="34" charset="0"/>
                </a:endParaRPr>
              </a:p>
            </p:txBody>
          </p:sp>
        </p:grpSp>
        <p:cxnSp>
          <p:nvCxnSpPr>
            <p:cNvPr id="22535" name="AutoShape 15">
              <a:extLst>
                <a:ext uri="{FF2B5EF4-FFF2-40B4-BE49-F238E27FC236}">
                  <a16:creationId xmlns:a16="http://schemas.microsoft.com/office/drawing/2014/main" id="{20ED4F5C-C9D2-8B79-2B15-25E255534EB9}"/>
                </a:ext>
              </a:extLst>
            </p:cNvPr>
            <p:cNvCxnSpPr>
              <a:cxnSpLocks noChangeShapeType="1"/>
              <a:stCxn id="39" idx="0"/>
              <a:endCxn id="37" idx="2"/>
            </p:cNvCxnSpPr>
            <p:nvPr/>
          </p:nvCxnSpPr>
          <p:spPr bwMode="auto">
            <a:xfrm flipV="1">
              <a:off x="2095500" y="3124201"/>
              <a:ext cx="0" cy="634999"/>
            </a:xfrm>
            <a:prstGeom prst="straightConnector1">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3" name="Text Box 17">
              <a:extLst>
                <a:ext uri="{FF2B5EF4-FFF2-40B4-BE49-F238E27FC236}">
                  <a16:creationId xmlns:a16="http://schemas.microsoft.com/office/drawing/2014/main" id="{CEEE3A4D-304C-B652-B4EF-6415078ABDD2}"/>
                </a:ext>
              </a:extLst>
            </p:cNvPr>
            <p:cNvSpPr txBox="1">
              <a:spLocks noChangeArrowheads="1"/>
            </p:cNvSpPr>
            <p:nvPr/>
          </p:nvSpPr>
          <p:spPr bwMode="auto">
            <a:xfrm>
              <a:off x="4419501" y="1418159"/>
              <a:ext cx="4191099" cy="65021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1600" b="1" kern="0" dirty="0">
                  <a:solidFill>
                    <a:srgbClr val="000000"/>
                  </a:solidFill>
                </a:rPr>
                <a:t>Contains those attributes and methods that are shared by all graded activities.</a:t>
              </a:r>
            </a:p>
          </p:txBody>
        </p:sp>
        <p:cxnSp>
          <p:nvCxnSpPr>
            <p:cNvPr id="22537" name="AutoShape 18">
              <a:extLst>
                <a:ext uri="{FF2B5EF4-FFF2-40B4-BE49-F238E27FC236}">
                  <a16:creationId xmlns:a16="http://schemas.microsoft.com/office/drawing/2014/main" id="{DF141FB1-0218-EBDA-6121-0E1FA780B0F2}"/>
                </a:ext>
              </a:extLst>
            </p:cNvPr>
            <p:cNvCxnSpPr>
              <a:cxnSpLocks noChangeShapeType="1"/>
              <a:stCxn id="43" idx="1"/>
              <a:endCxn id="37" idx="3"/>
            </p:cNvCxnSpPr>
            <p:nvPr/>
          </p:nvCxnSpPr>
          <p:spPr bwMode="auto">
            <a:xfrm rot="10800000" flipV="1">
              <a:off x="3657600" y="1743075"/>
              <a:ext cx="762000" cy="885825"/>
            </a:xfrm>
            <a:prstGeom prst="bentConnector3">
              <a:avLst>
                <a:gd name="adj1" fmla="val 50000"/>
              </a:avLst>
            </a:prstGeom>
            <a:noFill/>
            <a:ln w="12700">
              <a:solidFill>
                <a:srgbClr val="FF0000"/>
              </a:solidFill>
              <a:miter lim="800000"/>
              <a:headEnd/>
              <a:tailEnd type="triangle" w="med" len="med"/>
            </a:ln>
            <a:extLst>
              <a:ext uri="{909E8E84-426E-40DD-AFC4-6F175D3DCCD1}">
                <a14:hiddenFill xmlns:a14="http://schemas.microsoft.com/office/drawing/2010/main">
                  <a:noFill/>
                </a14:hiddenFill>
              </a:ext>
            </a:extLst>
          </p:spPr>
        </p:cxnSp>
        <p:sp>
          <p:nvSpPr>
            <p:cNvPr id="45" name="Text Box 19">
              <a:extLst>
                <a:ext uri="{FF2B5EF4-FFF2-40B4-BE49-F238E27FC236}">
                  <a16:creationId xmlns:a16="http://schemas.microsoft.com/office/drawing/2014/main" id="{ED9297B9-BB67-56B5-851B-003779224C58}"/>
                </a:ext>
              </a:extLst>
            </p:cNvPr>
            <p:cNvSpPr txBox="1">
              <a:spLocks noChangeArrowheads="1"/>
            </p:cNvSpPr>
            <p:nvPr/>
          </p:nvSpPr>
          <p:spPr bwMode="auto">
            <a:xfrm>
              <a:off x="4419501" y="2413636"/>
              <a:ext cx="4191099" cy="14616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nchorCtr="1">
              <a:spAutoFit/>
            </a:bodyP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1600" b="1" kern="0" dirty="0">
                  <a:solidFill>
                    <a:srgbClr val="000000"/>
                  </a:solidFill>
                </a:rPr>
                <a:t>Contains those attributes and methods that are specific to the </a:t>
              </a:r>
              <a:r>
                <a:rPr lang="en-US" altLang="en-US" sz="1600" b="1" kern="0" dirty="0" err="1">
                  <a:solidFill>
                    <a:srgbClr val="000000"/>
                  </a:solidFill>
                  <a:latin typeface="Courier New" panose="02070309020205020404" pitchFamily="49" charset="0"/>
                </a:rPr>
                <a:t>FinalExam</a:t>
              </a:r>
              <a:r>
                <a:rPr lang="en-US" altLang="en-US" sz="1600" b="1" kern="0" dirty="0">
                  <a:solidFill>
                    <a:srgbClr val="000000"/>
                  </a:solidFill>
                </a:rPr>
                <a:t> class.</a:t>
              </a:r>
            </a:p>
            <a:p>
              <a:pPr algn="ctr" eaLnBrk="1" fontAlgn="auto" hangingPunct="1">
                <a:spcBef>
                  <a:spcPct val="0"/>
                </a:spcBef>
                <a:spcAft>
                  <a:spcPts val="0"/>
                </a:spcAft>
                <a:buClrTx/>
                <a:buFontTx/>
                <a:buNone/>
                <a:defRPr/>
              </a:pPr>
              <a:r>
                <a:rPr lang="en-US" altLang="en-US" sz="1600" b="1" kern="0" dirty="0">
                  <a:solidFill>
                    <a:srgbClr val="000000"/>
                  </a:solidFill>
                </a:rPr>
                <a:t>Inherits all non-private attributes and methods from the </a:t>
              </a:r>
              <a:r>
                <a:rPr lang="en-US" altLang="en-US" sz="1600" b="1" kern="0" dirty="0" err="1">
                  <a:solidFill>
                    <a:srgbClr val="000000"/>
                  </a:solidFill>
                  <a:latin typeface="Courier New" panose="02070309020205020404" pitchFamily="49" charset="0"/>
                </a:rPr>
                <a:t>GradedActivity</a:t>
              </a:r>
              <a:r>
                <a:rPr lang="en-US" altLang="en-US" sz="1600" b="1" kern="0" dirty="0">
                  <a:solidFill>
                    <a:srgbClr val="000000"/>
                  </a:solidFill>
                </a:rPr>
                <a:t> class.</a:t>
              </a:r>
            </a:p>
          </p:txBody>
        </p:sp>
        <p:cxnSp>
          <p:nvCxnSpPr>
            <p:cNvPr id="22539" name="AutoShape 20">
              <a:extLst>
                <a:ext uri="{FF2B5EF4-FFF2-40B4-BE49-F238E27FC236}">
                  <a16:creationId xmlns:a16="http://schemas.microsoft.com/office/drawing/2014/main" id="{DC98EDB5-0F06-BC85-13D2-D5C3F70D2289}"/>
                </a:ext>
              </a:extLst>
            </p:cNvPr>
            <p:cNvCxnSpPr>
              <a:cxnSpLocks noChangeShapeType="1"/>
              <a:stCxn id="45" idx="1"/>
              <a:endCxn id="40" idx="3"/>
            </p:cNvCxnSpPr>
            <p:nvPr/>
          </p:nvCxnSpPr>
          <p:spPr bwMode="auto">
            <a:xfrm rot="10800000" flipV="1">
              <a:off x="3559042" y="3144470"/>
              <a:ext cx="860459" cy="1529131"/>
            </a:xfrm>
            <a:prstGeom prst="bentConnector3">
              <a:avLst>
                <a:gd name="adj1" fmla="val 50000"/>
              </a:avLst>
            </a:prstGeom>
            <a:noFill/>
            <a:ln w="12700">
              <a:solidFill>
                <a:srgbClr val="FF0000"/>
              </a:solidFill>
              <a:miter lim="800000"/>
              <a:headEnd/>
              <a:tailEnd type="triangle" w="med" len="med"/>
            </a:ln>
            <a:extLst>
              <a:ext uri="{909E8E84-426E-40DD-AFC4-6F175D3DCCD1}">
                <a14:hiddenFill xmlns:a14="http://schemas.microsoft.com/office/drawing/2010/main">
                  <a:noFill/>
                </a14:hiddenFill>
              </a:ext>
            </a:extLst>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9C561DB-2D79-F282-8F56-9E0AA41EC6CB}"/>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Inheritance, Fields and Methods (1 of 2)</a:t>
            </a:r>
          </a:p>
        </p:txBody>
      </p:sp>
      <p:sp>
        <p:nvSpPr>
          <p:cNvPr id="23555" name="Rectangle 3">
            <a:extLst>
              <a:ext uri="{FF2B5EF4-FFF2-40B4-BE49-F238E27FC236}">
                <a16:creationId xmlns:a16="http://schemas.microsoft.com/office/drawing/2014/main" id="{EB159362-EC55-6CFC-9D74-0053454ECAEB}"/>
              </a:ext>
            </a:extLst>
          </p:cNvPr>
          <p:cNvSpPr txBox="1">
            <a:spLocks noGrp="1" noChangeArrowheads="1"/>
          </p:cNvSpPr>
          <p:nvPr>
            <p:ph type="body" idx="1"/>
          </p:nvPr>
        </p:nvSpPr>
        <p:spPr>
          <a:xfrm>
            <a:off x="457200" y="1590675"/>
            <a:ext cx="8229600" cy="4783138"/>
          </a:xfrm>
        </p:spPr>
        <p:txBody>
          <a:bodyPr/>
          <a:lstStyle/>
          <a:p>
            <a:pPr marL="488950" indent="-387350" eaLnBrk="1" hangingPunct="1">
              <a:spcBef>
                <a:spcPts val="500"/>
              </a:spcBef>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Members of the superclass that are marked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private</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a:t>
            </a:r>
            <a:endPar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endParaRPr>
          </a:p>
          <a:p>
            <a:pPr marL="896938" lvl="1" indent="-417513" eaLnBrk="1" hangingPunct="1">
              <a:spcBef>
                <a:spcPts val="500"/>
              </a:spcBef>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are not inherited by the subclass, </a:t>
            </a:r>
          </a:p>
          <a:p>
            <a:pPr marL="896938" lvl="1" indent="-417513" eaLnBrk="1" hangingPunct="1">
              <a:spcBef>
                <a:spcPts val="500"/>
              </a:spcBef>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exist in memory when the object of the subclass is created</a:t>
            </a:r>
          </a:p>
          <a:p>
            <a:pPr marL="896938" lvl="1" indent="-417513" eaLnBrk="1" hangingPunct="1">
              <a:spcBef>
                <a:spcPts val="500"/>
              </a:spcBef>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may only be accessed from the subclass by public methods of the superclass.</a:t>
            </a:r>
          </a:p>
          <a:p>
            <a:pPr marL="488950" indent="-387350" eaLnBrk="1" hangingPunct="1">
              <a:spcBef>
                <a:spcPts val="500"/>
              </a:spcBef>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Members of the superclass that are marked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public</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a:t>
            </a:r>
          </a:p>
          <a:p>
            <a:pPr marL="896938" lvl="1" indent="-417513" eaLnBrk="1" hangingPunct="1">
              <a:spcBef>
                <a:spcPts val="500"/>
              </a:spcBef>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are inherited by the subclass, and</a:t>
            </a:r>
          </a:p>
          <a:p>
            <a:pPr marL="896938" lvl="1" indent="-417513" eaLnBrk="1" hangingPunct="1">
              <a:spcBef>
                <a:spcPts val="500"/>
              </a:spcBef>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may be directly accessed from the subclass.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40B37C0-5A46-AC34-2D9F-80EDD145A098}"/>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Inheritance, Fields and Methods (2 of 2)</a:t>
            </a:r>
          </a:p>
        </p:txBody>
      </p:sp>
      <p:sp>
        <p:nvSpPr>
          <p:cNvPr id="19460" name="Rectangle 3">
            <a:extLst>
              <a:ext uri="{FF2B5EF4-FFF2-40B4-BE49-F238E27FC236}">
                <a16:creationId xmlns:a16="http://schemas.microsoft.com/office/drawing/2014/main" id="{23910871-3E8A-4BE7-A7B2-5CD9020D7F07}"/>
              </a:ext>
            </a:extLst>
          </p:cNvPr>
          <p:cNvSpPr>
            <a:spLocks noGrp="1" noChangeArrowheads="1"/>
          </p:cNvSpPr>
          <p:nvPr>
            <p:ph type="body" idx="1"/>
          </p:nvPr>
        </p:nvSpPr>
        <p:spPr>
          <a:xfrm>
            <a:off x="457200" y="1609725"/>
            <a:ext cx="8229600" cy="4525963"/>
          </a:xfrm>
        </p:spPr>
        <p:txBody>
          <a:bodyPr>
            <a:normAutofit fontScale="92500" lnSpcReduction="10000"/>
          </a:bodyPr>
          <a:lstStyle/>
          <a:p>
            <a:pPr marL="488950" indent="-387350" eaLnBrk="1" hangingPunct="1">
              <a:defRPr/>
            </a:pPr>
            <a:r>
              <a:rPr lang="en-US" altLang="en-US" dirty="0"/>
              <a:t>When an instance of the subclass is created, the non-private methods of the superclass are available through the subclass object.</a:t>
            </a:r>
          </a:p>
          <a:p>
            <a:pPr marL="101600" indent="795338" eaLnBrk="1" hangingPunct="1">
              <a:buFont typeface="Arial"/>
              <a:buNone/>
              <a:defRPr/>
            </a:pPr>
            <a:r>
              <a:rPr lang="en-US" altLang="en-US" sz="2000" b="1" dirty="0" err="1">
                <a:latin typeface="Courier New" panose="02070309020205020404" pitchFamily="49" charset="0"/>
              </a:rPr>
              <a:t>FinalExam</a:t>
            </a:r>
            <a:r>
              <a:rPr lang="en-US" altLang="en-US" sz="2000" b="1" dirty="0">
                <a:latin typeface="Courier New" panose="02070309020205020404" pitchFamily="49" charset="0"/>
              </a:rPr>
              <a:t> exam = new </a:t>
            </a:r>
            <a:r>
              <a:rPr lang="en-US" altLang="en-US" sz="2000" b="1" dirty="0" err="1">
                <a:latin typeface="Courier New" panose="02070309020205020404" pitchFamily="49" charset="0"/>
              </a:rPr>
              <a:t>FinalExam</a:t>
            </a:r>
            <a:r>
              <a:rPr lang="en-US" altLang="en-US" sz="2000" b="1" dirty="0">
                <a:latin typeface="Courier New" panose="02070309020205020404" pitchFamily="49" charset="0"/>
              </a:rPr>
              <a:t>();</a:t>
            </a:r>
          </a:p>
          <a:p>
            <a:pPr marL="101600" lvl="1" indent="795338" eaLnBrk="1" hangingPunct="1">
              <a:buFontTx/>
              <a:buNone/>
              <a:defRPr/>
            </a:pPr>
            <a:r>
              <a:rPr lang="en-US" altLang="en-US" sz="2000" b="1" dirty="0" err="1">
                <a:solidFill>
                  <a:srgbClr val="FF3300"/>
                </a:solidFill>
                <a:latin typeface="Courier New" panose="02070309020205020404" pitchFamily="49" charset="0"/>
              </a:rPr>
              <a:t>exam.setScore</a:t>
            </a:r>
            <a:r>
              <a:rPr lang="en-US" altLang="en-US" sz="2000" b="1" dirty="0">
                <a:solidFill>
                  <a:srgbClr val="FF3300"/>
                </a:solidFill>
                <a:latin typeface="Courier New" panose="02070309020205020404" pitchFamily="49" charset="0"/>
              </a:rPr>
              <a:t>(85.0);</a:t>
            </a:r>
          </a:p>
          <a:p>
            <a:pPr marL="101600" lvl="1" indent="795338" eaLnBrk="1" hangingPunct="1">
              <a:buFontTx/>
              <a:buNone/>
              <a:defRPr/>
            </a:pPr>
            <a:r>
              <a:rPr lang="en-US" altLang="en-US" sz="2000" b="1" dirty="0" err="1">
                <a:latin typeface="Courier New" panose="02070309020205020404" pitchFamily="49" charset="0"/>
              </a:rPr>
              <a:t>System.out.println</a:t>
            </a:r>
            <a:r>
              <a:rPr lang="en-US" altLang="en-US" sz="2000" b="1" dirty="0">
                <a:latin typeface="Courier New" panose="02070309020205020404" pitchFamily="49" charset="0"/>
              </a:rPr>
              <a:t>("Score = " </a:t>
            </a:r>
            <a:br>
              <a:rPr lang="en-US" altLang="en-US" sz="2000" b="1" dirty="0">
                <a:latin typeface="Courier New" panose="02070309020205020404" pitchFamily="49" charset="0"/>
              </a:rPr>
            </a:br>
            <a:r>
              <a:rPr lang="en-US" altLang="en-US" sz="2000" b="1" dirty="0">
                <a:latin typeface="Courier New" panose="02070309020205020404" pitchFamily="49" charset="0"/>
              </a:rPr>
              <a:t>                 + </a:t>
            </a:r>
            <a:r>
              <a:rPr lang="en-US" altLang="en-US" sz="2000" b="1" dirty="0" err="1">
                <a:solidFill>
                  <a:srgbClr val="FF3300"/>
                </a:solidFill>
                <a:latin typeface="Courier New" panose="02070309020205020404" pitchFamily="49" charset="0"/>
              </a:rPr>
              <a:t>exam.getScore</a:t>
            </a:r>
            <a:r>
              <a:rPr lang="en-US" altLang="en-US" sz="2000" b="1" dirty="0">
                <a:solidFill>
                  <a:srgbClr val="FF3300"/>
                </a:solidFill>
                <a:latin typeface="Courier New" panose="02070309020205020404" pitchFamily="49" charset="0"/>
              </a:rPr>
              <a:t>()</a:t>
            </a:r>
            <a:r>
              <a:rPr lang="en-US" altLang="en-US" sz="2000" b="1" dirty="0">
                <a:latin typeface="Courier New" panose="02070309020205020404" pitchFamily="49" charset="0"/>
              </a:rPr>
              <a:t>);</a:t>
            </a:r>
          </a:p>
          <a:p>
            <a:pPr marL="488950" indent="-387350" eaLnBrk="1" hangingPunct="1">
              <a:defRPr/>
            </a:pPr>
            <a:r>
              <a:rPr lang="en-US" altLang="en-US" dirty="0"/>
              <a:t>Non-private methods and fields of the superclass are available in the subclass.</a:t>
            </a:r>
            <a:br>
              <a:rPr lang="en-US" altLang="en-US" dirty="0"/>
            </a:br>
            <a:endParaRPr lang="en-US" altLang="en-US" dirty="0"/>
          </a:p>
          <a:p>
            <a:pPr marL="101600" lvl="1" indent="795338" eaLnBrk="1" hangingPunct="1">
              <a:buFontTx/>
              <a:buNone/>
              <a:defRPr/>
            </a:pPr>
            <a:r>
              <a:rPr lang="en-US" altLang="en-US" sz="2000" b="1" dirty="0" err="1">
                <a:latin typeface="Courier New" panose="02070309020205020404" pitchFamily="49" charset="0"/>
              </a:rPr>
              <a:t>setScore</a:t>
            </a:r>
            <a:r>
              <a:rPr lang="en-US" altLang="en-US" sz="2000" b="1" dirty="0">
                <a:latin typeface="Courier New" panose="02070309020205020404" pitchFamily="49" charset="0"/>
              </a:rPr>
              <a:t>(</a:t>
            </a:r>
            <a:r>
              <a:rPr lang="en-US" altLang="en-US" sz="2000" b="1" dirty="0" err="1">
                <a:latin typeface="Courier New" panose="02070309020205020404" pitchFamily="49" charset="0"/>
              </a:rPr>
              <a:t>newScore</a:t>
            </a:r>
            <a:r>
              <a:rPr lang="en-US" altLang="en-US" sz="2000" b="1" dirty="0">
                <a:latin typeface="Courier New" panose="02070309020205020404" pitchFamily="49"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E8AE547-5AFF-3072-24E9-7E620E1B241D}"/>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Inheritance and Constructors</a:t>
            </a:r>
          </a:p>
        </p:txBody>
      </p:sp>
      <p:sp>
        <p:nvSpPr>
          <p:cNvPr id="27651" name="Rectangle 3">
            <a:extLst>
              <a:ext uri="{FF2B5EF4-FFF2-40B4-BE49-F238E27FC236}">
                <a16:creationId xmlns:a16="http://schemas.microsoft.com/office/drawing/2014/main" id="{2B458132-DBB6-F9CB-35AB-051CA8885775}"/>
              </a:ext>
            </a:extLst>
          </p:cNvPr>
          <p:cNvSpPr txBox="1">
            <a:spLocks noGrp="1" noChangeArrowheads="1"/>
          </p:cNvSpPr>
          <p:nvPr>
            <p:ph type="body" idx="1"/>
          </p:nvPr>
        </p:nvSpPr>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Constructors are not inherited.</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When a subclass is instantiated, the superclass default constructor is executed  first.</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 </a:t>
            </a:r>
          </a:p>
          <a:p>
            <a:pPr marL="896938" lvl="1" indent="-4175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SuperClass1.java</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a:t>
            </a:r>
          </a:p>
          <a:p>
            <a:pPr marL="896938" lvl="1" indent="-4175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4" action="ppaction://hlinkfile"/>
              </a:rPr>
              <a:t>SubClass1.java</a:t>
            </a:r>
            <a:endPar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endParaRPr>
          </a:p>
          <a:p>
            <a:pPr marL="896938" lvl="1" indent="-4175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5" action="ppaction://hlinkfile"/>
              </a:rPr>
              <a:t>ConstructorDemo1.java</a:t>
            </a:r>
            <a:endPar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72F7987-4CCC-1553-065C-CCF6806FA9A6}"/>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Superclass’s Constructor</a:t>
            </a:r>
          </a:p>
        </p:txBody>
      </p:sp>
      <p:sp>
        <p:nvSpPr>
          <p:cNvPr id="29699" name="Rectangle 3">
            <a:extLst>
              <a:ext uri="{FF2B5EF4-FFF2-40B4-BE49-F238E27FC236}">
                <a16:creationId xmlns:a16="http://schemas.microsoft.com/office/drawing/2014/main" id="{227CD10E-43EC-2574-00A2-68D718172CFE}"/>
              </a:ext>
            </a:extLst>
          </p:cNvPr>
          <p:cNvSpPr txBox="1">
            <a:spLocks noGrp="1" noChangeArrowheads="1"/>
          </p:cNvSpPr>
          <p:nvPr>
            <p:ph type="body" idx="1"/>
          </p:nvPr>
        </p:nvSpPr>
        <p:spPr>
          <a:xfrm>
            <a:off x="457200" y="1654175"/>
            <a:ext cx="8229600" cy="4525963"/>
          </a:xfrm>
        </p:spPr>
        <p:txBody>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super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keyword refers to an object’s superclass.</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superclass constructor can be explicitly called from the subclass by using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super</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keyword.</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a:t>
            </a:r>
          </a:p>
          <a:p>
            <a:pPr marL="896938" lvl="1" indent="-41751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SuperClass2.java</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4" action="ppaction://hlinkfile"/>
              </a:rPr>
              <a:t>SubClass2.java</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5" action="ppaction://hlinkfile"/>
              </a:rPr>
              <a:t>ConstructorDemo2.java</a:t>
            </a:r>
            <a:endPar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endParaRPr>
          </a:p>
          <a:p>
            <a:pPr marL="896938" lvl="1" indent="-41751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6" action="ppaction://hlinkfile"/>
              </a:rPr>
              <a:t>Rectangle.java</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7" action="ppaction://hlinkfile"/>
              </a:rPr>
              <a:t>Cube.java</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8" action="ppaction://hlinkfile"/>
              </a:rPr>
              <a:t>CubeDemo.java</a:t>
            </a:r>
            <a:endPar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0D874CE-E4A4-A056-06E9-175D5C720EB5}"/>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Calling The Superclass Constructor</a:t>
            </a:r>
          </a:p>
        </p:txBody>
      </p:sp>
      <p:sp>
        <p:nvSpPr>
          <p:cNvPr id="31747" name="Rectangle 3">
            <a:extLst>
              <a:ext uri="{FF2B5EF4-FFF2-40B4-BE49-F238E27FC236}">
                <a16:creationId xmlns:a16="http://schemas.microsoft.com/office/drawing/2014/main" id="{606D9AD5-AA9D-6EC1-E413-438D34CCDF99}"/>
              </a:ext>
            </a:extLst>
          </p:cNvPr>
          <p:cNvSpPr txBox="1">
            <a:spLocks noGrp="1" noChangeArrowheads="1"/>
          </p:cNvSpPr>
          <p:nvPr>
            <p:ph type="body" idx="1"/>
          </p:nvPr>
        </p:nvSpPr>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If a parameterized constructor is defined in the superclass,</a:t>
            </a:r>
          </a:p>
          <a:p>
            <a:pPr marL="896938" lvl="1" indent="-4175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the superclass must provide a no-arg constructor, or</a:t>
            </a:r>
          </a:p>
          <a:p>
            <a:pPr marL="1295400" lvl="2" indent="-398463" eaLnBrk="1" hangingPunct="1">
              <a:buSzTx/>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subclasses must provide a constructor, and</a:t>
            </a:r>
          </a:p>
          <a:p>
            <a:pPr marL="1295400" lvl="2" indent="-398463" eaLnBrk="1" hangingPunct="1">
              <a:buSzTx/>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subclasses must call a superclass constructor. </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Calls to a superclass constructor must be the first java statement in the subclass constructors.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EBE837A-58F1-68B7-801D-524A51DC5CA7}"/>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Overriding Superclass Methods (1 of 5)</a:t>
            </a:r>
          </a:p>
        </p:txBody>
      </p:sp>
      <p:sp>
        <p:nvSpPr>
          <p:cNvPr id="33795" name="Rectangle 3">
            <a:extLst>
              <a:ext uri="{FF2B5EF4-FFF2-40B4-BE49-F238E27FC236}">
                <a16:creationId xmlns:a16="http://schemas.microsoft.com/office/drawing/2014/main" id="{E24A1010-E165-938D-BB2C-B1AF66BA8DE3}"/>
              </a:ext>
            </a:extLst>
          </p:cNvPr>
          <p:cNvSpPr txBox="1">
            <a:spLocks noGrp="1" noChangeArrowheads="1"/>
          </p:cNvSpPr>
          <p:nvPr>
            <p:ph type="body" idx="1"/>
          </p:nvPr>
        </p:nvSpPr>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A subclass may have a method with the same signature as a superclass method.</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subclass method overrides the superclass method.</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This is known as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method overriding</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 </a:t>
            </a:r>
          </a:p>
          <a:p>
            <a:pPr marL="896938" lvl="1" indent="-41751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GradedActivity.java</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4" action="ppaction://hlinkfile"/>
              </a:rPr>
              <a:t>CurvedActivity.java</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5" action="ppaction://hlinkfile"/>
              </a:rPr>
              <a:t>CurvedActivityDemo.java </a:t>
            </a:r>
            <a:endPar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74181C5-EA7E-640C-DFD0-F82A29C32238}"/>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Overriding Superclass Methods (2 of 5)</a:t>
            </a:r>
          </a:p>
        </p:txBody>
      </p:sp>
      <p:grpSp>
        <p:nvGrpSpPr>
          <p:cNvPr id="35843" name="Group 2" descr="The top section is titled, Graded Activity. The middle section contains the variable minus score colon double. The bottom section contains three methods as follows. Plus Set Score left parenthesis, s colon double right parenthesis colon void. Plus get Score left parenthesis right parenthesis colon double. Plus get Grade left parenthesis, right parenthesis, colon char. The Final Exam class points to the Graded Activity class. The top section is titled, Final Exam. The middle section contains three variables as follows. Minus num Questions colon i n t. Minus points Each colon double. Minus num Missed colon int. The bottom section contains three methods as follows. Plus Final Exam left parenthesis, questions colon i n t, missed colon i n t, right parenthesis. Plus get Points Each left parenthesis right parenthesis colon double. Plus get Num Missed left parenthesis, right parenthesis, colon i n t.">
            <a:extLst>
              <a:ext uri="{FF2B5EF4-FFF2-40B4-BE49-F238E27FC236}">
                <a16:creationId xmlns:a16="http://schemas.microsoft.com/office/drawing/2014/main" id="{3BC23028-F413-ED21-7D74-9F92F1074F3C}"/>
              </a:ext>
            </a:extLst>
          </p:cNvPr>
          <p:cNvGrpSpPr>
            <a:grpSpLocks/>
          </p:cNvGrpSpPr>
          <p:nvPr/>
        </p:nvGrpSpPr>
        <p:grpSpPr bwMode="auto">
          <a:xfrm>
            <a:off x="506413" y="1524000"/>
            <a:ext cx="8131175" cy="4800600"/>
            <a:chOff x="838200" y="1524000"/>
            <a:chExt cx="8131175" cy="4800600"/>
          </a:xfrm>
        </p:grpSpPr>
        <p:grpSp>
          <p:nvGrpSpPr>
            <p:cNvPr id="35844" name="Group 3">
              <a:extLst>
                <a:ext uri="{FF2B5EF4-FFF2-40B4-BE49-F238E27FC236}">
                  <a16:creationId xmlns:a16="http://schemas.microsoft.com/office/drawing/2014/main" id="{0D15D82A-0A0B-1481-790C-FF0A68CA3300}"/>
                </a:ext>
              </a:extLst>
            </p:cNvPr>
            <p:cNvGrpSpPr>
              <a:grpSpLocks/>
            </p:cNvGrpSpPr>
            <p:nvPr/>
          </p:nvGrpSpPr>
          <p:grpSpPr bwMode="auto">
            <a:xfrm>
              <a:off x="838200" y="1524000"/>
              <a:ext cx="3124200" cy="1676400"/>
              <a:chOff x="384" y="1008"/>
              <a:chExt cx="1968" cy="1248"/>
            </a:xfrm>
          </p:grpSpPr>
          <p:sp>
            <p:nvSpPr>
              <p:cNvPr id="30" name="Rectangle 4">
                <a:extLst>
                  <a:ext uri="{FF2B5EF4-FFF2-40B4-BE49-F238E27FC236}">
                    <a16:creationId xmlns:a16="http://schemas.microsoft.com/office/drawing/2014/main" id="{99540A91-CB24-566C-C8CE-72E13BD72A88}"/>
                  </a:ext>
                </a:extLst>
              </p:cNvPr>
              <p:cNvSpPr>
                <a:spLocks noChangeArrowheads="1"/>
              </p:cNvSpPr>
              <p:nvPr/>
            </p:nvSpPr>
            <p:spPr bwMode="auto">
              <a:xfrm>
                <a:off x="384" y="1008"/>
                <a:ext cx="196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000" kern="0">
                    <a:solidFill>
                      <a:srgbClr val="000000"/>
                    </a:solidFill>
                    <a:latin typeface="Helvetica" pitchFamily="34" charset="0"/>
                  </a:rPr>
                  <a:t>GradedActivity</a:t>
                </a:r>
              </a:p>
            </p:txBody>
          </p:sp>
          <p:sp>
            <p:nvSpPr>
              <p:cNvPr id="31" name="Rectangle 5">
                <a:extLst>
                  <a:ext uri="{FF2B5EF4-FFF2-40B4-BE49-F238E27FC236}">
                    <a16:creationId xmlns:a16="http://schemas.microsoft.com/office/drawing/2014/main" id="{A2CD80D1-4B07-EEDF-D018-4E17FDBAC3DF}"/>
                  </a:ext>
                </a:extLst>
              </p:cNvPr>
              <p:cNvSpPr>
                <a:spLocks noChangeArrowheads="1"/>
              </p:cNvSpPr>
              <p:nvPr/>
            </p:nvSpPr>
            <p:spPr bwMode="auto">
              <a:xfrm>
                <a:off x="384" y="1296"/>
                <a:ext cx="1968" cy="336"/>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2000" kern="0">
                    <a:solidFill>
                      <a:srgbClr val="000000"/>
                    </a:solidFill>
                    <a:latin typeface="Helvetica" pitchFamily="34" charset="0"/>
                  </a:rPr>
                  <a:t> - score : double</a:t>
                </a:r>
              </a:p>
            </p:txBody>
          </p:sp>
          <p:sp>
            <p:nvSpPr>
              <p:cNvPr id="32" name="Rectangle 6">
                <a:extLst>
                  <a:ext uri="{FF2B5EF4-FFF2-40B4-BE49-F238E27FC236}">
                    <a16:creationId xmlns:a16="http://schemas.microsoft.com/office/drawing/2014/main" id="{CDBF086C-4D1F-F5F0-847C-0DA6889B4E1E}"/>
                  </a:ext>
                </a:extLst>
              </p:cNvPr>
              <p:cNvSpPr>
                <a:spLocks noChangeArrowheads="1"/>
              </p:cNvSpPr>
              <p:nvPr/>
            </p:nvSpPr>
            <p:spPr bwMode="auto">
              <a:xfrm>
                <a:off x="384" y="1632"/>
                <a:ext cx="1968" cy="624"/>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1800" kern="0">
                    <a:solidFill>
                      <a:srgbClr val="000000"/>
                    </a:solidFill>
                    <a:latin typeface="Helvetica" pitchFamily="34" charset="0"/>
                  </a:rPr>
                  <a:t>+ setScore(s : double) : void</a:t>
                </a:r>
              </a:p>
              <a:p>
                <a:pPr eaLnBrk="1" fontAlgn="auto" hangingPunct="1">
                  <a:spcBef>
                    <a:spcPct val="0"/>
                  </a:spcBef>
                  <a:spcAft>
                    <a:spcPts val="0"/>
                  </a:spcAft>
                  <a:buClrTx/>
                  <a:buFontTx/>
                  <a:buNone/>
                  <a:defRPr/>
                </a:pPr>
                <a:r>
                  <a:rPr lang="en-US" altLang="en-US" sz="1800" kern="0">
                    <a:solidFill>
                      <a:srgbClr val="000000"/>
                    </a:solidFill>
                    <a:latin typeface="Helvetica" pitchFamily="34" charset="0"/>
                  </a:rPr>
                  <a:t>+ getScore() : double</a:t>
                </a:r>
              </a:p>
              <a:p>
                <a:pPr eaLnBrk="1" fontAlgn="auto" hangingPunct="1">
                  <a:spcBef>
                    <a:spcPct val="0"/>
                  </a:spcBef>
                  <a:spcAft>
                    <a:spcPts val="0"/>
                  </a:spcAft>
                  <a:buClrTx/>
                  <a:buFontTx/>
                  <a:buNone/>
                  <a:defRPr/>
                </a:pPr>
                <a:r>
                  <a:rPr lang="en-US" altLang="en-US" sz="1800" kern="0">
                    <a:solidFill>
                      <a:srgbClr val="000000"/>
                    </a:solidFill>
                    <a:latin typeface="Helvetica" pitchFamily="34" charset="0"/>
                  </a:rPr>
                  <a:t>+ getGrade() : char</a:t>
                </a:r>
              </a:p>
            </p:txBody>
          </p:sp>
        </p:grpSp>
        <p:grpSp>
          <p:nvGrpSpPr>
            <p:cNvPr id="35845" name="Group 12">
              <a:extLst>
                <a:ext uri="{FF2B5EF4-FFF2-40B4-BE49-F238E27FC236}">
                  <a16:creationId xmlns:a16="http://schemas.microsoft.com/office/drawing/2014/main" id="{BDDF27A4-9E0B-775C-714E-0AD64896CC73}"/>
                </a:ext>
              </a:extLst>
            </p:cNvPr>
            <p:cNvGrpSpPr>
              <a:grpSpLocks/>
            </p:cNvGrpSpPr>
            <p:nvPr/>
          </p:nvGrpSpPr>
          <p:grpSpPr bwMode="auto">
            <a:xfrm>
              <a:off x="990600" y="3810000"/>
              <a:ext cx="2819400" cy="2514600"/>
              <a:chOff x="624" y="2304"/>
              <a:chExt cx="1776" cy="1680"/>
            </a:xfrm>
          </p:grpSpPr>
          <p:sp>
            <p:nvSpPr>
              <p:cNvPr id="34" name="Rectangle 8">
                <a:extLst>
                  <a:ext uri="{FF2B5EF4-FFF2-40B4-BE49-F238E27FC236}">
                    <a16:creationId xmlns:a16="http://schemas.microsoft.com/office/drawing/2014/main" id="{FB60889C-5603-30DB-A47A-10B7DD889DF2}"/>
                  </a:ext>
                </a:extLst>
              </p:cNvPr>
              <p:cNvSpPr>
                <a:spLocks noChangeArrowheads="1"/>
              </p:cNvSpPr>
              <p:nvPr/>
            </p:nvSpPr>
            <p:spPr bwMode="auto">
              <a:xfrm>
                <a:off x="624" y="2304"/>
                <a:ext cx="1776"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000" kern="0">
                    <a:solidFill>
                      <a:srgbClr val="000000"/>
                    </a:solidFill>
                    <a:latin typeface="Helvetica" pitchFamily="34" charset="0"/>
                  </a:rPr>
                  <a:t>CurvedActivity</a:t>
                </a:r>
              </a:p>
            </p:txBody>
          </p:sp>
          <p:sp>
            <p:nvSpPr>
              <p:cNvPr id="35" name="Rectangle 9">
                <a:extLst>
                  <a:ext uri="{FF2B5EF4-FFF2-40B4-BE49-F238E27FC236}">
                    <a16:creationId xmlns:a16="http://schemas.microsoft.com/office/drawing/2014/main" id="{8B3573B7-C551-C593-0172-2C740E9576B1}"/>
                  </a:ext>
                </a:extLst>
              </p:cNvPr>
              <p:cNvSpPr>
                <a:spLocks noChangeArrowheads="1"/>
              </p:cNvSpPr>
              <p:nvPr/>
            </p:nvSpPr>
            <p:spPr bwMode="auto">
              <a:xfrm>
                <a:off x="624" y="2592"/>
                <a:ext cx="1776" cy="384"/>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1800" kern="0">
                    <a:solidFill>
                      <a:srgbClr val="000000"/>
                    </a:solidFill>
                    <a:latin typeface="Helvetica" pitchFamily="34" charset="0"/>
                  </a:rPr>
                  <a:t>- rawScore : double</a:t>
                </a:r>
              </a:p>
              <a:p>
                <a:pPr eaLnBrk="1" fontAlgn="auto" hangingPunct="1">
                  <a:spcBef>
                    <a:spcPct val="0"/>
                  </a:spcBef>
                  <a:spcAft>
                    <a:spcPts val="0"/>
                  </a:spcAft>
                  <a:buClrTx/>
                  <a:buFontTx/>
                  <a:buNone/>
                  <a:defRPr/>
                </a:pPr>
                <a:r>
                  <a:rPr lang="en-US" altLang="en-US" sz="1800" kern="0">
                    <a:solidFill>
                      <a:srgbClr val="000000"/>
                    </a:solidFill>
                    <a:latin typeface="Helvetica" pitchFamily="34" charset="0"/>
                  </a:rPr>
                  <a:t>- percentage : double</a:t>
                </a:r>
              </a:p>
            </p:txBody>
          </p:sp>
          <p:sp>
            <p:nvSpPr>
              <p:cNvPr id="36" name="Rectangle 10">
                <a:extLst>
                  <a:ext uri="{FF2B5EF4-FFF2-40B4-BE49-F238E27FC236}">
                    <a16:creationId xmlns:a16="http://schemas.microsoft.com/office/drawing/2014/main" id="{9304DB54-8B3D-5BB8-E032-92969203E79C}"/>
                  </a:ext>
                </a:extLst>
              </p:cNvPr>
              <p:cNvSpPr>
                <a:spLocks noChangeArrowheads="1"/>
              </p:cNvSpPr>
              <p:nvPr/>
            </p:nvSpPr>
            <p:spPr bwMode="auto">
              <a:xfrm>
                <a:off x="624" y="2976"/>
                <a:ext cx="1776" cy="100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1600" kern="0">
                    <a:solidFill>
                      <a:srgbClr val="000000"/>
                    </a:solidFill>
                    <a:latin typeface="Helvetica" pitchFamily="34" charset="0"/>
                  </a:rPr>
                  <a:t>+ CurvedActivity</a:t>
                </a:r>
              </a:p>
              <a:p>
                <a:pPr eaLnBrk="1" fontAlgn="auto" hangingPunct="1">
                  <a:spcBef>
                    <a:spcPct val="0"/>
                  </a:spcBef>
                  <a:spcAft>
                    <a:spcPts val="0"/>
                  </a:spcAft>
                  <a:buClrTx/>
                  <a:buFontTx/>
                  <a:buNone/>
                  <a:defRPr/>
                </a:pPr>
                <a:r>
                  <a:rPr lang="en-US" altLang="en-US" sz="1600" kern="0">
                    <a:solidFill>
                      <a:srgbClr val="000000"/>
                    </a:solidFill>
                    <a:latin typeface="Helvetica" pitchFamily="34" charset="0"/>
                  </a:rPr>
                  <a:t>(percent : double) </a:t>
                </a:r>
              </a:p>
              <a:p>
                <a:pPr eaLnBrk="1" fontAlgn="auto" hangingPunct="1">
                  <a:spcBef>
                    <a:spcPct val="0"/>
                  </a:spcBef>
                  <a:spcAft>
                    <a:spcPts val="0"/>
                  </a:spcAft>
                  <a:buClrTx/>
                  <a:buFontTx/>
                  <a:buNone/>
                  <a:defRPr/>
                </a:pPr>
                <a:r>
                  <a:rPr lang="en-US" altLang="en-US" sz="1600" kern="0">
                    <a:solidFill>
                      <a:srgbClr val="000000"/>
                    </a:solidFill>
                    <a:latin typeface="Helvetica" pitchFamily="34" charset="0"/>
                  </a:rPr>
                  <a:t>+ setScore(s : double) : void</a:t>
                </a:r>
              </a:p>
              <a:p>
                <a:pPr eaLnBrk="1" fontAlgn="auto" hangingPunct="1">
                  <a:spcBef>
                    <a:spcPct val="0"/>
                  </a:spcBef>
                  <a:spcAft>
                    <a:spcPts val="0"/>
                  </a:spcAft>
                  <a:buClrTx/>
                  <a:buFontTx/>
                  <a:buNone/>
                  <a:defRPr/>
                </a:pPr>
                <a:r>
                  <a:rPr lang="en-US" altLang="en-US" sz="1600" kern="0">
                    <a:solidFill>
                      <a:srgbClr val="000000"/>
                    </a:solidFill>
                    <a:latin typeface="Helvetica" pitchFamily="34" charset="0"/>
                  </a:rPr>
                  <a:t>+ getRawScore() : double</a:t>
                </a:r>
              </a:p>
              <a:p>
                <a:pPr eaLnBrk="1" fontAlgn="auto" hangingPunct="1">
                  <a:spcBef>
                    <a:spcPct val="0"/>
                  </a:spcBef>
                  <a:spcAft>
                    <a:spcPts val="0"/>
                  </a:spcAft>
                  <a:buClrTx/>
                  <a:buFontTx/>
                  <a:buNone/>
                  <a:defRPr/>
                </a:pPr>
                <a:r>
                  <a:rPr lang="en-US" altLang="en-US" sz="1600" kern="0">
                    <a:solidFill>
                      <a:srgbClr val="000000"/>
                    </a:solidFill>
                    <a:latin typeface="Helvetica" pitchFamily="34" charset="0"/>
                  </a:rPr>
                  <a:t>+ getPercentage() : double</a:t>
                </a:r>
              </a:p>
            </p:txBody>
          </p:sp>
        </p:grpSp>
        <p:cxnSp>
          <p:nvCxnSpPr>
            <p:cNvPr id="35846" name="AutoShape 11">
              <a:extLst>
                <a:ext uri="{FF2B5EF4-FFF2-40B4-BE49-F238E27FC236}">
                  <a16:creationId xmlns:a16="http://schemas.microsoft.com/office/drawing/2014/main" id="{E30BFF43-F80B-93F0-1ED2-9A0975B2B0A3}"/>
                </a:ext>
              </a:extLst>
            </p:cNvPr>
            <p:cNvCxnSpPr>
              <a:cxnSpLocks noChangeShapeType="1"/>
              <a:stCxn id="34" idx="0"/>
              <a:endCxn id="32" idx="2"/>
            </p:cNvCxnSpPr>
            <p:nvPr/>
          </p:nvCxnSpPr>
          <p:spPr bwMode="auto">
            <a:xfrm flipV="1">
              <a:off x="2400300" y="3200400"/>
              <a:ext cx="0" cy="609600"/>
            </a:xfrm>
            <a:prstGeom prst="straightConnector1">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8" name="Text Box 13">
              <a:extLst>
                <a:ext uri="{FF2B5EF4-FFF2-40B4-BE49-F238E27FC236}">
                  <a16:creationId xmlns:a16="http://schemas.microsoft.com/office/drawing/2014/main" id="{105A85CB-D856-FA38-67F3-B15084BA803A}"/>
                </a:ext>
              </a:extLst>
            </p:cNvPr>
            <p:cNvSpPr txBox="1">
              <a:spLocks noChangeArrowheads="1"/>
            </p:cNvSpPr>
            <p:nvPr/>
          </p:nvSpPr>
          <p:spPr bwMode="auto">
            <a:xfrm>
              <a:off x="4762500" y="3375025"/>
              <a:ext cx="4206875" cy="10191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2000" b="1" kern="0">
                  <a:solidFill>
                    <a:srgbClr val="000000"/>
                  </a:solidFill>
                </a:rPr>
                <a:t>This method is a more specialized version of the </a:t>
              </a:r>
              <a:r>
                <a:rPr lang="en-US" altLang="en-US" sz="2000" b="1" kern="0">
                  <a:solidFill>
                    <a:srgbClr val="000000"/>
                  </a:solidFill>
                  <a:latin typeface="Courier New" panose="02070309020205020404" pitchFamily="49" charset="0"/>
                </a:rPr>
                <a:t>setScore</a:t>
              </a:r>
              <a:r>
                <a:rPr lang="en-US" altLang="en-US" sz="2000" b="1" kern="0">
                  <a:solidFill>
                    <a:srgbClr val="000000"/>
                  </a:solidFill>
                </a:rPr>
                <a:t> method in the superclass, </a:t>
              </a:r>
              <a:r>
                <a:rPr lang="en-US" altLang="en-US" sz="2000" b="1" kern="0">
                  <a:solidFill>
                    <a:srgbClr val="000000"/>
                  </a:solidFill>
                  <a:latin typeface="Courier New" panose="02070309020205020404" pitchFamily="49" charset="0"/>
                </a:rPr>
                <a:t>GradedActivity</a:t>
              </a:r>
              <a:r>
                <a:rPr lang="en-US" altLang="en-US" sz="2000" b="1" kern="0">
                  <a:solidFill>
                    <a:srgbClr val="000000"/>
                  </a:solidFill>
                </a:rPr>
                <a:t>.</a:t>
              </a:r>
            </a:p>
          </p:txBody>
        </p:sp>
        <p:sp>
          <p:nvSpPr>
            <p:cNvPr id="39" name="Line 14">
              <a:extLst>
                <a:ext uri="{FF2B5EF4-FFF2-40B4-BE49-F238E27FC236}">
                  <a16:creationId xmlns:a16="http://schemas.microsoft.com/office/drawing/2014/main" id="{444690AD-98FB-7D3F-8603-9135401FCC69}"/>
                </a:ext>
              </a:extLst>
            </p:cNvPr>
            <p:cNvSpPr>
              <a:spLocks noChangeShapeType="1"/>
            </p:cNvSpPr>
            <p:nvPr/>
          </p:nvSpPr>
          <p:spPr bwMode="auto">
            <a:xfrm flipH="1">
              <a:off x="3886200" y="5715000"/>
              <a:ext cx="2971800" cy="1588"/>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IN" sz="1800" kern="0">
                <a:solidFill>
                  <a:srgbClr val="000000"/>
                </a:solidFill>
              </a:endParaRPr>
            </a:p>
          </p:txBody>
        </p:sp>
        <p:sp>
          <p:nvSpPr>
            <p:cNvPr id="40" name="Line 15">
              <a:extLst>
                <a:ext uri="{FF2B5EF4-FFF2-40B4-BE49-F238E27FC236}">
                  <a16:creationId xmlns:a16="http://schemas.microsoft.com/office/drawing/2014/main" id="{0C9CF447-7293-2A8B-9846-9057ACB4BAAC}"/>
                </a:ext>
              </a:extLst>
            </p:cNvPr>
            <p:cNvSpPr>
              <a:spLocks noChangeShapeType="1"/>
            </p:cNvSpPr>
            <p:nvPr/>
          </p:nvSpPr>
          <p:spPr bwMode="auto">
            <a:xfrm>
              <a:off x="6858000" y="4419600"/>
              <a:ext cx="1587" cy="12954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IN" sz="1800" kern="0">
                <a:solidFill>
                  <a:srgbClr val="000000"/>
                </a:solidFil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49D505B-42AC-4EF8-1C1B-747B785E8D5A}"/>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Overriding Superclass Methods (3 of 5)</a:t>
            </a:r>
          </a:p>
        </p:txBody>
      </p:sp>
      <p:sp>
        <p:nvSpPr>
          <p:cNvPr id="30724" name="Rectangle 3">
            <a:extLst>
              <a:ext uri="{FF2B5EF4-FFF2-40B4-BE49-F238E27FC236}">
                <a16:creationId xmlns:a16="http://schemas.microsoft.com/office/drawing/2014/main" id="{73CE6270-583E-102C-9EF8-7AD8E0B8E3CC}"/>
              </a:ext>
            </a:extLst>
          </p:cNvPr>
          <p:cNvSpPr>
            <a:spLocks noGrp="1" noChangeArrowheads="1"/>
          </p:cNvSpPr>
          <p:nvPr>
            <p:ph type="body" idx="1"/>
          </p:nvPr>
        </p:nvSpPr>
        <p:spPr>
          <a:xfrm>
            <a:off x="457200" y="1654175"/>
            <a:ext cx="8229600" cy="4525963"/>
          </a:xfrm>
        </p:spPr>
        <p:txBody>
          <a:bodyPr/>
          <a:lstStyle/>
          <a:p>
            <a:pPr marL="488950" indent="-387350" eaLnBrk="1" hangingPunct="1">
              <a:lnSpc>
                <a:spcPct val="90000"/>
              </a:lnSpc>
              <a:defRPr/>
            </a:pPr>
            <a:r>
              <a:rPr lang="en-US" altLang="en-US" sz="2000" dirty="0"/>
              <a:t>Recall that a method’s </a:t>
            </a:r>
            <a:r>
              <a:rPr lang="en-US" altLang="en-US" sz="2000" i="1" dirty="0"/>
              <a:t>signature </a:t>
            </a:r>
            <a:r>
              <a:rPr lang="en-US" altLang="en-US" sz="2000" dirty="0"/>
              <a:t>consists of:</a:t>
            </a:r>
          </a:p>
          <a:p>
            <a:pPr marL="896938" lvl="1" indent="-417513" eaLnBrk="1" hangingPunct="1">
              <a:lnSpc>
                <a:spcPct val="90000"/>
              </a:lnSpc>
              <a:defRPr/>
            </a:pPr>
            <a:r>
              <a:rPr lang="en-US" altLang="en-US" sz="1800" dirty="0"/>
              <a:t>the method’s name</a:t>
            </a:r>
          </a:p>
          <a:p>
            <a:pPr marL="896938" lvl="1" indent="-417513" eaLnBrk="1" hangingPunct="1">
              <a:lnSpc>
                <a:spcPct val="90000"/>
              </a:lnSpc>
              <a:defRPr/>
            </a:pPr>
            <a:r>
              <a:rPr lang="en-US" altLang="en-US" sz="1800" dirty="0"/>
              <a:t>the data types method’s parameters in the order that they appear.</a:t>
            </a:r>
          </a:p>
          <a:p>
            <a:pPr marL="488950" indent="-387350" eaLnBrk="1" hangingPunct="1">
              <a:lnSpc>
                <a:spcPct val="90000"/>
              </a:lnSpc>
              <a:defRPr/>
            </a:pPr>
            <a:r>
              <a:rPr lang="en-US" altLang="en-US" sz="2000" dirty="0"/>
              <a:t>A subclass method that overrides a superclass method must have the same signature as the superclass method.</a:t>
            </a:r>
          </a:p>
          <a:p>
            <a:pPr marL="488950" indent="-387350" eaLnBrk="1" hangingPunct="1">
              <a:lnSpc>
                <a:spcPct val="90000"/>
              </a:lnSpc>
              <a:defRPr/>
            </a:pPr>
            <a:r>
              <a:rPr lang="en-US" altLang="en-US" sz="2000" dirty="0"/>
              <a:t>An object of the subclass invokes the subclass’s version of the method, not the superclass’s.</a:t>
            </a:r>
          </a:p>
          <a:p>
            <a:pPr marL="488950" indent="-387350" eaLnBrk="1" hangingPunct="1">
              <a:defRPr/>
            </a:pPr>
            <a:r>
              <a:rPr lang="en-US" altLang="en-US" sz="2000" dirty="0"/>
              <a:t>The </a:t>
            </a:r>
            <a:r>
              <a:rPr lang="en-US" altLang="en-US" sz="2000" dirty="0">
                <a:latin typeface="Courier New" panose="02070309020205020404" pitchFamily="49" charset="0"/>
                <a:cs typeface="Courier New" panose="02070309020205020404" pitchFamily="49" charset="0"/>
              </a:rPr>
              <a:t>@Override</a:t>
            </a:r>
            <a:r>
              <a:rPr lang="en-US" altLang="en-US" sz="2000" dirty="0"/>
              <a:t> annotation should be used just before the subclass method declaration.</a:t>
            </a:r>
          </a:p>
          <a:p>
            <a:pPr marL="887413" lvl="1" indent="-398463" eaLnBrk="1" hangingPunct="1">
              <a:defRPr/>
            </a:pPr>
            <a:r>
              <a:rPr lang="en-US" altLang="en-US" sz="1800" dirty="0"/>
              <a:t>This causes the compiler to display a error message if the method fails to correctly override a method in the superclass.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828B03E-F690-4706-B86D-8C39D7C7DAA6}"/>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Overriding Superclass Methods (4 of 5)</a:t>
            </a:r>
          </a:p>
        </p:txBody>
      </p:sp>
      <p:sp>
        <p:nvSpPr>
          <p:cNvPr id="38915" name="Rectangle 3">
            <a:extLst>
              <a:ext uri="{FF2B5EF4-FFF2-40B4-BE49-F238E27FC236}">
                <a16:creationId xmlns:a16="http://schemas.microsoft.com/office/drawing/2014/main" id="{A5757962-EC12-5CF1-1FBA-7FFCDF74EDFB}"/>
              </a:ext>
            </a:extLst>
          </p:cNvPr>
          <p:cNvSpPr txBox="1">
            <a:spLocks noGrp="1" noChangeArrowheads="1"/>
          </p:cNvSpPr>
          <p:nvPr>
            <p:ph type="body" idx="1"/>
          </p:nvPr>
        </p:nvSpPr>
        <p:spPr>
          <a:xfrm>
            <a:off x="457200" y="1655763"/>
            <a:ext cx="8229600" cy="4525962"/>
          </a:xfrm>
        </p:spPr>
        <p:txBody>
          <a:bodyPr>
            <a:normAutofit fontScale="77500" lnSpcReduction="20000"/>
          </a:bodyPr>
          <a:lstStyle/>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 subclass method can call the overridden superclass method via the super keyword.</a:t>
            </a:r>
            <a:b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br>
            <a:endParaRPr lang="en-US" altLang="en-US">
              <a:solidFill>
                <a:srgbClr val="000000"/>
              </a:solidFill>
              <a:latin typeface="Arial" panose="020B0604020202020204" pitchFamily="34" charset="0"/>
              <a:cs typeface="Arial" panose="020B0604020202020204" pitchFamily="34" charset="0"/>
              <a:sym typeface="Arial" panose="020B0604020202020204" pitchFamily="34" charset="0"/>
            </a:endParaRPr>
          </a:p>
          <a:p>
            <a:pPr lvl="1" indent="153988" eaLnBrk="1" hangingPunct="1">
              <a:lnSpc>
                <a:spcPct val="90000"/>
              </a:lnSpc>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super.setScore(rawScore * percentage);</a:t>
            </a:r>
            <a:b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br>
            <a:endPar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endParaRP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There is a distinction between overloading a method and overriding a method.</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Overloading is when a method has the same name as one or more other methods, but with a different signature.</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When a method overrides another method, however, they both have the same signature.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E66D6CA-C614-D709-948F-2382B0CC25FC}"/>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Overriding Superclass Methods (5 of 5)</a:t>
            </a:r>
          </a:p>
        </p:txBody>
      </p:sp>
      <p:sp>
        <p:nvSpPr>
          <p:cNvPr id="40963" name="Rectangle 3">
            <a:extLst>
              <a:ext uri="{FF2B5EF4-FFF2-40B4-BE49-F238E27FC236}">
                <a16:creationId xmlns:a16="http://schemas.microsoft.com/office/drawing/2014/main" id="{95D0E3A0-882E-EABB-1066-5ACD99F68049}"/>
              </a:ext>
            </a:extLst>
          </p:cNvPr>
          <p:cNvSpPr txBox="1">
            <a:spLocks noGrp="1" noChangeArrowheads="1"/>
          </p:cNvSpPr>
          <p:nvPr>
            <p:ph type="body" idx="1"/>
          </p:nvPr>
        </p:nvSpPr>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Both overloading and overriding can take place in an inheritance relationship.</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Overriding can only take place in an inheritance relationship.</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a:t>
            </a:r>
          </a:p>
          <a:p>
            <a:pPr marL="887413" lvl="1" indent="-39846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SuperClass3.java</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t>
            </a:r>
          </a:p>
          <a:p>
            <a:pPr marL="887413" lvl="1" indent="-39846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4" action="ppaction://hlinkfile"/>
              </a:rPr>
              <a:t>SubClass3.java</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a:t>
            </a:r>
          </a:p>
          <a:p>
            <a:pPr marL="887413" lvl="1" indent="-39846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5" action="ppaction://hlinkfile"/>
              </a:rPr>
              <a:t>ShowValueDemo.java</a:t>
            </a:r>
            <a:endPar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E990877-7120-A3C2-F4F8-EA72E0D211F8}"/>
              </a:ext>
            </a:extLst>
          </p:cNvPr>
          <p:cNvSpPr txBox="1">
            <a:spLocks noGrp="1" noChangeArrowheads="1"/>
          </p:cNvSpPr>
          <p:nvPr>
            <p:ph type="title"/>
          </p:nvPr>
        </p:nvSpPr>
        <p:spPr>
          <a:xfrm>
            <a:off x="457200" y="223838"/>
            <a:ext cx="8229600" cy="1098550"/>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Preventing a Method from Being Overridden</a:t>
            </a:r>
          </a:p>
        </p:txBody>
      </p:sp>
      <p:sp>
        <p:nvSpPr>
          <p:cNvPr id="43011" name="Rectangle 3">
            <a:extLst>
              <a:ext uri="{FF2B5EF4-FFF2-40B4-BE49-F238E27FC236}">
                <a16:creationId xmlns:a16="http://schemas.microsoft.com/office/drawing/2014/main" id="{22855F36-5A45-4565-360F-3805B9A4940A}"/>
              </a:ext>
            </a:extLst>
          </p:cNvPr>
          <p:cNvSpPr txBox="1">
            <a:spLocks noGrp="1" noChangeArrowheads="1"/>
          </p:cNvSpPr>
          <p:nvPr>
            <p:ph type="body" idx="1"/>
          </p:nvPr>
        </p:nvSpPr>
        <p:spPr>
          <a:xfrm>
            <a:off x="457200" y="1617663"/>
            <a:ext cx="8229600" cy="4525962"/>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final</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modifier will prevent the  overriding of a superclass method in a subclass.</a:t>
            </a:r>
            <a:b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b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a:p>
            <a:pPr lvl="1" indent="153988" eaLnBrk="1" hangingPunct="1">
              <a:buSzTx/>
              <a:buFontTx/>
              <a:buNone/>
            </a:pPr>
            <a: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t>public final void message()</a:t>
            </a:r>
            <a:br>
              <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rPr>
            </a:br>
            <a:endParaRPr lang="en-US" altLang="en-US" sz="2400" b="1">
              <a:solidFill>
                <a:srgbClr val="000000"/>
              </a:solidFill>
              <a:latin typeface="Courier New" panose="02070309020205020404" pitchFamily="49" charset="0"/>
              <a:cs typeface="Arial" panose="020B0604020202020204" pitchFamily="34" charset="0"/>
              <a:sym typeface="Arial" panose="020B0604020202020204" pitchFamily="34" charset="0"/>
            </a:endParaRP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If a subclass attempts to override a final method, the compiler generates an error. </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This ensures that a particular superclass method is used by subclasses rather than a modified version of it.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F4C342C5-10B2-484C-9985-12EF31368330}"/>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Protected Members (1 of 2)</a:t>
            </a:r>
          </a:p>
        </p:txBody>
      </p:sp>
      <p:sp>
        <p:nvSpPr>
          <p:cNvPr id="45059" name="Rectangle 3">
            <a:extLst>
              <a:ext uri="{FF2B5EF4-FFF2-40B4-BE49-F238E27FC236}">
                <a16:creationId xmlns:a16="http://schemas.microsoft.com/office/drawing/2014/main" id="{61B2B1F1-6098-9A96-E44F-9346A00FAEB3}"/>
              </a:ext>
            </a:extLst>
          </p:cNvPr>
          <p:cNvSpPr txBox="1">
            <a:spLocks noGrp="1" noChangeArrowheads="1"/>
          </p:cNvSpPr>
          <p:nvPr>
            <p:ph type="body" idx="1"/>
          </p:nvPr>
        </p:nvSpPr>
        <p:spPr>
          <a:xfrm>
            <a:off x="457200" y="1655763"/>
            <a:ext cx="8229600" cy="4525962"/>
          </a:xfrm>
        </p:spPr>
        <p:txBody>
          <a:bodyPr>
            <a:normAutofit fontScale="92500" lnSpcReduction="10000"/>
          </a:bodyPr>
          <a:lstStyle/>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Protected members of class:</a:t>
            </a:r>
          </a:p>
          <a:p>
            <a:pPr marL="887413" lvl="1" indent="-39846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may be accessed by methods in a subclass, and</a:t>
            </a:r>
          </a:p>
          <a:p>
            <a:pPr marL="887413" lvl="1" indent="-39846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by methods in the same package as the class.</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Java provides a third access specification,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protected</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protected</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member’s access is somewhere between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private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and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public</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Example: </a:t>
            </a:r>
          </a:p>
          <a:p>
            <a:pPr marL="887413" lvl="1" indent="-39846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GradedActivity2.java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887413" lvl="1" indent="-39846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4" action="ppaction://hlinkfile"/>
              </a:rPr>
              <a:t>FinalExam2.java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887413" lvl="1" indent="-39846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5" action="ppaction://hlinkfile"/>
              </a:rPr>
              <a:t>ProtectedDemo.java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4B69E15-DF0C-095E-2C22-E099C4A10A88}"/>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Protected Members (2 of 2)</a:t>
            </a:r>
          </a:p>
        </p:txBody>
      </p:sp>
      <p:sp>
        <p:nvSpPr>
          <p:cNvPr id="47107" name="Rectangle 3">
            <a:extLst>
              <a:ext uri="{FF2B5EF4-FFF2-40B4-BE49-F238E27FC236}">
                <a16:creationId xmlns:a16="http://schemas.microsoft.com/office/drawing/2014/main" id="{26206897-2DD0-EE1D-070E-A62C0E3ED7CC}"/>
              </a:ext>
            </a:extLst>
          </p:cNvPr>
          <p:cNvSpPr txBox="1">
            <a:spLocks noGrp="1" noChangeArrowheads="1"/>
          </p:cNvSpPr>
          <p:nvPr>
            <p:ph type="body" idx="1"/>
          </p:nvPr>
        </p:nvSpPr>
        <p:spPr>
          <a:xfrm>
            <a:off x="457200" y="1673225"/>
            <a:ext cx="8229600" cy="4525963"/>
          </a:xfrm>
        </p:spPr>
        <p:txBody>
          <a:bodyPr>
            <a:normAutofit fontScale="77500" lnSpcReduction="20000"/>
          </a:bodyPr>
          <a:lstStyle/>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Using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protected</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instead of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private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makes some tasks easier.</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However, any class that is derived from the class, or is in the same package, has unrestricted access to the protected member.</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It is always better to make all fields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private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and then provide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public</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methods for accessing those fields.</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If no access specifier for a class member is provided, the class member is given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package access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by default.</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Any method in the same package may access the member.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79F3809-E579-3B47-B8BB-9E6B3A951853}"/>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Access Specifiers</a:t>
            </a:r>
          </a:p>
        </p:txBody>
      </p:sp>
      <p:graphicFrame>
        <p:nvGraphicFramePr>
          <p:cNvPr id="9" name="Group 66" descr="The table reads as follows. Line 1. Access Specifier, default, left parenthesis no modifier, right parenthesis. Accessible to a subclass inside the same package? Yes. Accessible to all other classes in the same package? Yes. Line 2. Access Specifier, public. Accessible to a subclass inside the same package? Yes. Accessible to all other classes in the same package? Yes. Line 3. Access Specifier, protected. Accessible to a subclass inside the same package? Yes. Accessible to all other classes in the same package? Yes. Line 4. Access Specifier, private. Accessible to a subclass inside the same package? No. Accessible to all other classes in the same package? No." title="A table identifies 4 access specifiers and defines their accessibility to subclasses from within the class’s package.">
            <a:extLst>
              <a:ext uri="{FF2B5EF4-FFF2-40B4-BE49-F238E27FC236}">
                <a16:creationId xmlns:a16="http://schemas.microsoft.com/office/drawing/2014/main" id="{7941E792-2248-447C-9911-22CBAF5EDF5B}"/>
              </a:ext>
            </a:extLst>
          </p:cNvPr>
          <p:cNvGraphicFramePr>
            <a:graphicFrameLocks noGrp="1"/>
          </p:cNvGraphicFramePr>
          <p:nvPr/>
        </p:nvGraphicFramePr>
        <p:xfrm>
          <a:off x="876300" y="1484313"/>
          <a:ext cx="7391401" cy="2335213"/>
        </p:xfrm>
        <a:graphic>
          <a:graphicData uri="http://schemas.openxmlformats.org/drawingml/2006/table">
            <a:tbl>
              <a:tblPr/>
              <a:tblGrid>
                <a:gridCol w="1619069">
                  <a:extLst>
                    <a:ext uri="{9D8B030D-6E8A-4147-A177-3AD203B41FA5}">
                      <a16:colId xmlns:a16="http://schemas.microsoft.com/office/drawing/2014/main" val="20000"/>
                    </a:ext>
                  </a:extLst>
                </a:gridCol>
                <a:gridCol w="2886166">
                  <a:extLst>
                    <a:ext uri="{9D8B030D-6E8A-4147-A177-3AD203B41FA5}">
                      <a16:colId xmlns:a16="http://schemas.microsoft.com/office/drawing/2014/main" val="20001"/>
                    </a:ext>
                  </a:extLst>
                </a:gridCol>
                <a:gridCol w="2886166">
                  <a:extLst>
                    <a:ext uri="{9D8B030D-6E8A-4147-A177-3AD203B41FA5}">
                      <a16:colId xmlns:a16="http://schemas.microsoft.com/office/drawing/2014/main" val="20002"/>
                    </a:ext>
                  </a:extLst>
                </a:gridCol>
              </a:tblGrid>
              <a:tr h="702101">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ctr" defTabSz="914400" rtl="0" eaLnBrk="1" fontAlgn="base" latinLnBrk="0" hangingPunct="1">
                        <a:lnSpc>
                          <a:spcPct val="100000"/>
                        </a:lnSpc>
                        <a:spcBef>
                          <a:spcPct val="0"/>
                        </a:spcBef>
                        <a:spcAft>
                          <a:spcPct val="0"/>
                        </a:spcAft>
                        <a:buClr>
                          <a:srgbClr val="D885E3"/>
                        </a:buClr>
                        <a:buSzTx/>
                        <a:buFontTx/>
                        <a:buNone/>
                        <a:tabLst/>
                      </a:pPr>
                      <a:r>
                        <a:rPr kumimoji="0" lang="en-US" sz="1700" b="1" i="0" u="none" strike="noStrike" cap="none" normalizeH="0" baseline="0">
                          <a:ln>
                            <a:noFill/>
                          </a:ln>
                          <a:solidFill>
                            <a:schemeClr val="tx1"/>
                          </a:solidFill>
                          <a:effectLst/>
                          <a:latin typeface="Times New Roman" pitchFamily="18" charset="0"/>
                          <a:cs typeface="Arial" pitchFamily="34" charset="0"/>
                        </a:rPr>
                        <a:t>Access Modifier</a:t>
                      </a:r>
                    </a:p>
                  </a:txBody>
                  <a:tcPr marL="84473" marR="84473" marT="42214" marB="42214"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576869"/>
                        </a:gs>
                        <a:gs pos="50000">
                          <a:srgbClr val="BBE0E3"/>
                        </a:gs>
                        <a:gs pos="100000">
                          <a:srgbClr val="576869"/>
                        </a:gs>
                      </a:gsLst>
                      <a:lin ang="5400000" scaled="1"/>
                    </a:grad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ctr" defTabSz="914400" rtl="0" eaLnBrk="1" fontAlgn="base" latinLnBrk="0" hangingPunct="1">
                        <a:lnSpc>
                          <a:spcPct val="100000"/>
                        </a:lnSpc>
                        <a:spcBef>
                          <a:spcPct val="0"/>
                        </a:spcBef>
                        <a:spcAft>
                          <a:spcPct val="0"/>
                        </a:spcAft>
                        <a:buClr>
                          <a:srgbClr val="D885E3"/>
                        </a:buClr>
                        <a:buSzTx/>
                        <a:buFontTx/>
                        <a:buNone/>
                        <a:tabLst/>
                      </a:pPr>
                      <a:r>
                        <a:rPr kumimoji="0" lang="en-US" sz="1700" b="1" i="0" u="none" strike="noStrike" cap="none" normalizeH="0" baseline="0">
                          <a:ln>
                            <a:noFill/>
                          </a:ln>
                          <a:solidFill>
                            <a:schemeClr val="tx1"/>
                          </a:solidFill>
                          <a:effectLst/>
                          <a:latin typeface="Times New Roman" pitchFamily="18" charset="0"/>
                          <a:cs typeface="Arial" pitchFamily="34" charset="0"/>
                        </a:rPr>
                        <a:t>Accessible to a subclass inside the same package?</a:t>
                      </a:r>
                    </a:p>
                  </a:txBody>
                  <a:tcPr marL="84473" marR="84473" marT="42214" marB="42214"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576869"/>
                        </a:gs>
                        <a:gs pos="50000">
                          <a:srgbClr val="BBE0E3"/>
                        </a:gs>
                        <a:gs pos="100000">
                          <a:srgbClr val="576869"/>
                        </a:gs>
                      </a:gsLst>
                      <a:lin ang="5400000" scaled="1"/>
                    </a:grad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ctr" defTabSz="914400" rtl="0" eaLnBrk="1" fontAlgn="base" latinLnBrk="0" hangingPunct="1">
                        <a:lnSpc>
                          <a:spcPct val="100000"/>
                        </a:lnSpc>
                        <a:spcBef>
                          <a:spcPct val="0"/>
                        </a:spcBef>
                        <a:spcAft>
                          <a:spcPct val="0"/>
                        </a:spcAft>
                        <a:buClr>
                          <a:srgbClr val="D885E3"/>
                        </a:buClr>
                        <a:buSzTx/>
                        <a:buFontTx/>
                        <a:buNone/>
                        <a:tabLst/>
                      </a:pPr>
                      <a:r>
                        <a:rPr kumimoji="0" lang="en-US" sz="1700" b="1" i="0" u="none" strike="noStrike" cap="none" normalizeH="0" baseline="0">
                          <a:ln>
                            <a:noFill/>
                          </a:ln>
                          <a:solidFill>
                            <a:schemeClr val="tx1"/>
                          </a:solidFill>
                          <a:effectLst/>
                          <a:latin typeface="Times New Roman" pitchFamily="18" charset="0"/>
                          <a:cs typeface="Arial" pitchFamily="34" charset="0"/>
                        </a:rPr>
                        <a:t>Accessible to all other classes inside the same package?</a:t>
                      </a:r>
                    </a:p>
                  </a:txBody>
                  <a:tcPr marL="84473" marR="84473" marT="42214" marB="42214" anchor="ctr" anchorCtr="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576869"/>
                        </a:gs>
                        <a:gs pos="50000">
                          <a:srgbClr val="BBE0E3"/>
                        </a:gs>
                        <a:gs pos="100000">
                          <a:srgbClr val="576869"/>
                        </a:gs>
                      </a:gsLst>
                      <a:lin ang="5400000" scaled="1"/>
                    </a:gradFill>
                  </a:tcPr>
                </a:tc>
                <a:extLst>
                  <a:ext uri="{0D108BD9-81ED-4DB2-BD59-A6C34878D82A}">
                    <a16:rowId xmlns:a16="http://schemas.microsoft.com/office/drawing/2014/main" val="10000"/>
                  </a:ext>
                </a:extLst>
              </a:tr>
              <a:tr h="602588">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default</a:t>
                      </a:r>
                      <a:br>
                        <a:rPr kumimoji="0" lang="en-US" sz="1700" b="0" i="0" u="none" strike="noStrike" cap="none" normalizeH="0" baseline="0">
                          <a:ln>
                            <a:noFill/>
                          </a:ln>
                          <a:solidFill>
                            <a:schemeClr val="tx1"/>
                          </a:solidFill>
                          <a:effectLst/>
                          <a:latin typeface="Times New Roman" pitchFamily="18" charset="0"/>
                          <a:cs typeface="Arial" pitchFamily="34" charset="0"/>
                        </a:rPr>
                      </a:br>
                      <a:r>
                        <a:rPr kumimoji="0" lang="en-US" sz="1700" b="0" i="0" u="none" strike="noStrike" cap="none" normalizeH="0" baseline="0">
                          <a:ln>
                            <a:noFill/>
                          </a:ln>
                          <a:solidFill>
                            <a:schemeClr val="tx1"/>
                          </a:solidFill>
                          <a:effectLst/>
                          <a:latin typeface="Times New Roman" pitchFamily="18" charset="0"/>
                          <a:cs typeface="Arial" pitchFamily="34" charset="0"/>
                        </a:rPr>
                        <a:t>(no modifier)</a:t>
                      </a:r>
                    </a:p>
                  </a:txBody>
                  <a:tcPr marL="84473" marR="84473" marT="42214" marB="42214"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Yes</a:t>
                      </a:r>
                    </a:p>
                  </a:txBody>
                  <a:tcPr marL="84473" marR="84473" marT="42214" marB="422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Yes</a:t>
                      </a:r>
                    </a:p>
                  </a:txBody>
                  <a:tcPr marL="84473" marR="84473" marT="42214" marB="42214"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3508">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Public</a:t>
                      </a:r>
                    </a:p>
                  </a:txBody>
                  <a:tcPr marL="84473" marR="84473" marT="42214" marB="42214"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Yes</a:t>
                      </a:r>
                    </a:p>
                  </a:txBody>
                  <a:tcPr marL="84473" marR="84473" marT="42214" marB="422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Yes</a:t>
                      </a:r>
                    </a:p>
                  </a:txBody>
                  <a:tcPr marL="84473" marR="84473" marT="42214" marB="42214"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3508">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Protected</a:t>
                      </a:r>
                    </a:p>
                  </a:txBody>
                  <a:tcPr marL="84473" marR="84473" marT="42214" marB="42214"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Yes</a:t>
                      </a:r>
                    </a:p>
                  </a:txBody>
                  <a:tcPr marL="84473" marR="84473" marT="42214" marB="422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Yes</a:t>
                      </a:r>
                    </a:p>
                  </a:txBody>
                  <a:tcPr marL="84473" marR="84473" marT="42214" marB="42214"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3508">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Private</a:t>
                      </a:r>
                    </a:p>
                  </a:txBody>
                  <a:tcPr marL="84473" marR="84473" marT="42214" marB="42214"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No</a:t>
                      </a:r>
                    </a:p>
                  </a:txBody>
                  <a:tcPr marL="84473" marR="84473" marT="42214" marB="4221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dirty="0">
                          <a:ln>
                            <a:noFill/>
                          </a:ln>
                          <a:solidFill>
                            <a:schemeClr val="tx1"/>
                          </a:solidFill>
                          <a:effectLst/>
                          <a:latin typeface="Times New Roman" pitchFamily="18" charset="0"/>
                          <a:cs typeface="Arial" pitchFamily="34" charset="0"/>
                        </a:rPr>
                        <a:t>No</a:t>
                      </a:r>
                    </a:p>
                  </a:txBody>
                  <a:tcPr marL="84473" marR="84473" marT="42214" marB="42214"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0" name="Group 67" descr="The table reads as follows. Line 1. Access Specifier, default, left parenthesis no modifier, right parenthesis. Accessible to a subclass outside the same package? Yes. Accessible to all other classes outside the same package? Yes. Line 2. Access Specifier, public. Accessible to a subclass outside the same package? Yes. Accessible to all other classes outside the same package? Yes. Line 3. Access Specifier, protected. Accessible to a subclass outside the same package? Yes. Accessible to all other classes outside the same package? No. Line 4. Access Specifier, private. Accessible to a subclass outside the same package? No. Accessible to all other classes outside the same package? No." title="A table identifies 4 access specifiers and defines their accessibility to subclasses from outside the class’s package.">
            <a:extLst>
              <a:ext uri="{FF2B5EF4-FFF2-40B4-BE49-F238E27FC236}">
                <a16:creationId xmlns:a16="http://schemas.microsoft.com/office/drawing/2014/main" id="{F2BB1E52-3122-4857-A69D-067A139629EA}"/>
              </a:ext>
            </a:extLst>
          </p:cNvPr>
          <p:cNvGraphicFramePr>
            <a:graphicFrameLocks noGrp="1"/>
          </p:cNvGraphicFramePr>
          <p:nvPr/>
        </p:nvGraphicFramePr>
        <p:xfrm>
          <a:off x="876300" y="3983038"/>
          <a:ext cx="7391401" cy="2355851"/>
        </p:xfrm>
        <a:graphic>
          <a:graphicData uri="http://schemas.openxmlformats.org/drawingml/2006/table">
            <a:tbl>
              <a:tblPr/>
              <a:tblGrid>
                <a:gridCol w="1619069">
                  <a:extLst>
                    <a:ext uri="{9D8B030D-6E8A-4147-A177-3AD203B41FA5}">
                      <a16:colId xmlns:a16="http://schemas.microsoft.com/office/drawing/2014/main" val="20000"/>
                    </a:ext>
                  </a:extLst>
                </a:gridCol>
                <a:gridCol w="2886166">
                  <a:extLst>
                    <a:ext uri="{9D8B030D-6E8A-4147-A177-3AD203B41FA5}">
                      <a16:colId xmlns:a16="http://schemas.microsoft.com/office/drawing/2014/main" val="20001"/>
                    </a:ext>
                  </a:extLst>
                </a:gridCol>
                <a:gridCol w="2886166">
                  <a:extLst>
                    <a:ext uri="{9D8B030D-6E8A-4147-A177-3AD203B41FA5}">
                      <a16:colId xmlns:a16="http://schemas.microsoft.com/office/drawing/2014/main" val="20002"/>
                    </a:ext>
                  </a:extLst>
                </a:gridCol>
              </a:tblGrid>
              <a:tr h="722670">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ctr" defTabSz="914400" rtl="0" eaLnBrk="1" fontAlgn="base" latinLnBrk="0" hangingPunct="1">
                        <a:lnSpc>
                          <a:spcPct val="100000"/>
                        </a:lnSpc>
                        <a:spcBef>
                          <a:spcPct val="0"/>
                        </a:spcBef>
                        <a:spcAft>
                          <a:spcPct val="0"/>
                        </a:spcAft>
                        <a:buClr>
                          <a:srgbClr val="D885E3"/>
                        </a:buClr>
                        <a:buSzTx/>
                        <a:buFontTx/>
                        <a:buNone/>
                        <a:tabLst/>
                      </a:pPr>
                      <a:r>
                        <a:rPr kumimoji="0" lang="en-US" sz="1700" b="1" i="0" u="none" strike="noStrike" cap="none" normalizeH="0" baseline="0">
                          <a:ln>
                            <a:noFill/>
                          </a:ln>
                          <a:solidFill>
                            <a:schemeClr val="tx1"/>
                          </a:solidFill>
                          <a:effectLst/>
                          <a:latin typeface="Times New Roman" pitchFamily="18" charset="0"/>
                          <a:cs typeface="Arial" pitchFamily="34" charset="0"/>
                        </a:rPr>
                        <a:t>Access Modifier</a:t>
                      </a:r>
                    </a:p>
                  </a:txBody>
                  <a:tcPr marL="84473" marR="84473" marT="42217" marB="42217" anchor="ctr" anchorCtr="1"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576869"/>
                        </a:gs>
                        <a:gs pos="50000">
                          <a:srgbClr val="BBE0E3"/>
                        </a:gs>
                        <a:gs pos="100000">
                          <a:srgbClr val="576869"/>
                        </a:gs>
                      </a:gsLst>
                      <a:lin ang="5400000" scaled="1"/>
                    </a:grad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ctr" defTabSz="914400" rtl="0" eaLnBrk="1" fontAlgn="base" latinLnBrk="0" hangingPunct="1">
                        <a:lnSpc>
                          <a:spcPct val="100000"/>
                        </a:lnSpc>
                        <a:spcBef>
                          <a:spcPct val="0"/>
                        </a:spcBef>
                        <a:spcAft>
                          <a:spcPct val="0"/>
                        </a:spcAft>
                        <a:buClr>
                          <a:srgbClr val="D885E3"/>
                        </a:buClr>
                        <a:buSzTx/>
                        <a:buFontTx/>
                        <a:buNone/>
                        <a:tabLst/>
                      </a:pPr>
                      <a:r>
                        <a:rPr kumimoji="0" lang="en-US" sz="1700" b="1" i="0" u="none" strike="noStrike" cap="none" normalizeH="0" baseline="0">
                          <a:ln>
                            <a:noFill/>
                          </a:ln>
                          <a:solidFill>
                            <a:schemeClr val="tx1"/>
                          </a:solidFill>
                          <a:effectLst/>
                          <a:latin typeface="Times New Roman" pitchFamily="18" charset="0"/>
                          <a:cs typeface="Arial" pitchFamily="34" charset="0"/>
                        </a:rPr>
                        <a:t>Accessible to a subclass outside the package?</a:t>
                      </a:r>
                    </a:p>
                  </a:txBody>
                  <a:tcPr marL="84473" marR="84473" marT="42217" marB="4221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576869"/>
                        </a:gs>
                        <a:gs pos="50000">
                          <a:srgbClr val="BBE0E3"/>
                        </a:gs>
                        <a:gs pos="100000">
                          <a:srgbClr val="576869"/>
                        </a:gs>
                      </a:gsLst>
                      <a:lin ang="5400000" scaled="1"/>
                    </a:grad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ctr" defTabSz="914400" rtl="0" eaLnBrk="1" fontAlgn="base" latinLnBrk="0" hangingPunct="1">
                        <a:lnSpc>
                          <a:spcPct val="100000"/>
                        </a:lnSpc>
                        <a:spcBef>
                          <a:spcPct val="0"/>
                        </a:spcBef>
                        <a:spcAft>
                          <a:spcPct val="0"/>
                        </a:spcAft>
                        <a:buClr>
                          <a:srgbClr val="D885E3"/>
                        </a:buClr>
                        <a:buSzTx/>
                        <a:buFontTx/>
                        <a:buNone/>
                        <a:tabLst/>
                      </a:pPr>
                      <a:r>
                        <a:rPr kumimoji="0" lang="en-US" sz="1700" b="1" i="0" u="none" strike="noStrike" cap="none" normalizeH="0" baseline="0">
                          <a:ln>
                            <a:noFill/>
                          </a:ln>
                          <a:solidFill>
                            <a:schemeClr val="tx1"/>
                          </a:solidFill>
                          <a:effectLst/>
                          <a:latin typeface="Times New Roman" pitchFamily="18" charset="0"/>
                          <a:cs typeface="Arial" pitchFamily="34" charset="0"/>
                        </a:rPr>
                        <a:t>Accessible to all other classes outside the package?</a:t>
                      </a:r>
                    </a:p>
                  </a:txBody>
                  <a:tcPr marL="84473" marR="84473" marT="42217" marB="42217" anchor="ctr" anchorCtr="1"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0">
                      <a:gsLst>
                        <a:gs pos="0">
                          <a:srgbClr val="576869"/>
                        </a:gs>
                        <a:gs pos="50000">
                          <a:srgbClr val="BBE0E3"/>
                        </a:gs>
                        <a:gs pos="100000">
                          <a:srgbClr val="576869"/>
                        </a:gs>
                      </a:gsLst>
                      <a:lin ang="5400000" scaled="1"/>
                    </a:gradFill>
                  </a:tcPr>
                </a:tc>
                <a:extLst>
                  <a:ext uri="{0D108BD9-81ED-4DB2-BD59-A6C34878D82A}">
                    <a16:rowId xmlns:a16="http://schemas.microsoft.com/office/drawing/2014/main" val="10000"/>
                  </a:ext>
                </a:extLst>
              </a:tr>
              <a:tr h="602612">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dirty="0">
                          <a:ln>
                            <a:noFill/>
                          </a:ln>
                          <a:solidFill>
                            <a:schemeClr val="tx1"/>
                          </a:solidFill>
                          <a:effectLst/>
                          <a:latin typeface="Times New Roman" pitchFamily="18" charset="0"/>
                          <a:cs typeface="Arial" pitchFamily="34" charset="0"/>
                        </a:rPr>
                        <a:t>default</a:t>
                      </a:r>
                      <a:br>
                        <a:rPr kumimoji="0" lang="en-US" sz="1700" b="0" i="0" u="none" strike="noStrike" cap="none" normalizeH="0" baseline="0" dirty="0">
                          <a:ln>
                            <a:noFill/>
                          </a:ln>
                          <a:solidFill>
                            <a:schemeClr val="tx1"/>
                          </a:solidFill>
                          <a:effectLst/>
                          <a:latin typeface="Times New Roman" pitchFamily="18" charset="0"/>
                          <a:cs typeface="Arial" pitchFamily="34" charset="0"/>
                        </a:rPr>
                      </a:br>
                      <a:r>
                        <a:rPr kumimoji="0" lang="en-US" sz="1700" b="0" i="0" u="none" strike="noStrike" cap="none" normalizeH="0" baseline="0" dirty="0">
                          <a:ln>
                            <a:noFill/>
                          </a:ln>
                          <a:solidFill>
                            <a:schemeClr val="tx1"/>
                          </a:solidFill>
                          <a:effectLst/>
                          <a:latin typeface="Times New Roman" pitchFamily="18" charset="0"/>
                          <a:cs typeface="Arial" pitchFamily="34" charset="0"/>
                        </a:rPr>
                        <a:t>(no modifier)</a:t>
                      </a:r>
                    </a:p>
                  </a:txBody>
                  <a:tcPr marL="84473" marR="84473" marT="42217" marB="4221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No</a:t>
                      </a:r>
                    </a:p>
                  </a:txBody>
                  <a:tcPr marL="84473" marR="84473" marT="42217" marB="422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No</a:t>
                      </a:r>
                    </a:p>
                  </a:txBody>
                  <a:tcPr marL="84473" marR="84473" marT="42217" marB="4221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3523">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Public</a:t>
                      </a:r>
                    </a:p>
                  </a:txBody>
                  <a:tcPr marL="84473" marR="84473" marT="42217" marB="4221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Yes</a:t>
                      </a:r>
                    </a:p>
                  </a:txBody>
                  <a:tcPr marL="84473" marR="84473" marT="42217" marB="422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Yes</a:t>
                      </a:r>
                    </a:p>
                  </a:txBody>
                  <a:tcPr marL="84473" marR="84473" marT="42217" marB="4221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3523">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Protected</a:t>
                      </a:r>
                    </a:p>
                  </a:txBody>
                  <a:tcPr marL="84473" marR="84473" marT="42217" marB="4221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Yes</a:t>
                      </a:r>
                    </a:p>
                  </a:txBody>
                  <a:tcPr marL="84473" marR="84473" marT="42217" marB="422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No</a:t>
                      </a:r>
                    </a:p>
                  </a:txBody>
                  <a:tcPr marL="84473" marR="84473" marT="42217" marB="4221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3523">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Private</a:t>
                      </a:r>
                    </a:p>
                  </a:txBody>
                  <a:tcPr marL="84473" marR="84473" marT="42217" marB="42217"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a:ln>
                            <a:noFill/>
                          </a:ln>
                          <a:solidFill>
                            <a:schemeClr val="tx1"/>
                          </a:solidFill>
                          <a:effectLst/>
                          <a:latin typeface="Times New Roman" pitchFamily="18" charset="0"/>
                          <a:cs typeface="Arial" pitchFamily="34" charset="0"/>
                        </a:rPr>
                        <a:t>No</a:t>
                      </a:r>
                    </a:p>
                  </a:txBody>
                  <a:tcPr marL="84473" marR="84473" marT="42217" marB="422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1pPr>
                      <a:lvl2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2pPr>
                      <a:lvl3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3pPr>
                      <a:lvl4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4pPr>
                      <a:lvl5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5pPr>
                      <a:lvl6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6pPr>
                      <a:lvl7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7pPr>
                      <a:lvl8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8pPr>
                      <a:lvl9pPr marR="0" algn="l" rtl="0">
                        <a:lnSpc>
                          <a:spcPct val="100000"/>
                        </a:lnSpc>
                        <a:spcBef>
                          <a:spcPts val="0"/>
                        </a:spcBef>
                        <a:spcAft>
                          <a:spcPts val="0"/>
                        </a:spcAft>
                        <a:buNone/>
                        <a:defRPr sz="1400" b="0" i="0" u="none" strike="noStrike" cap="none">
                          <a:solidFill>
                            <a:schemeClr val="tx1"/>
                          </a:solidFill>
                          <a:latin typeface="Times New Roman"/>
                          <a:cs typeface="Arial"/>
                          <a:sym typeface="Arial"/>
                        </a:defRPr>
                      </a:lvl9pPr>
                    </a:lstStyle>
                    <a:p>
                      <a:pPr marL="0" marR="0" lvl="0" indent="0" algn="l" defTabSz="914400" rtl="0" eaLnBrk="1" fontAlgn="base" latinLnBrk="0" hangingPunct="1">
                        <a:lnSpc>
                          <a:spcPct val="100000"/>
                        </a:lnSpc>
                        <a:spcBef>
                          <a:spcPct val="0"/>
                        </a:spcBef>
                        <a:spcAft>
                          <a:spcPct val="0"/>
                        </a:spcAft>
                        <a:buClr>
                          <a:srgbClr val="D885E3"/>
                        </a:buClr>
                        <a:buSzTx/>
                        <a:buFontTx/>
                        <a:buNone/>
                        <a:tabLst/>
                      </a:pPr>
                      <a:r>
                        <a:rPr kumimoji="0" lang="en-US" sz="1700" b="0" i="0" u="none" strike="noStrike" cap="none" normalizeH="0" baseline="0" dirty="0">
                          <a:ln>
                            <a:noFill/>
                          </a:ln>
                          <a:solidFill>
                            <a:schemeClr val="tx1"/>
                          </a:solidFill>
                          <a:effectLst/>
                          <a:latin typeface="Times New Roman" pitchFamily="18" charset="0"/>
                          <a:cs typeface="Arial" pitchFamily="34" charset="0"/>
                        </a:rPr>
                        <a:t>No</a:t>
                      </a:r>
                    </a:p>
                  </a:txBody>
                  <a:tcPr marL="84473" marR="84473" marT="42217" marB="42217"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E0E6515F-E105-00F7-7B11-C3A0C869E7E7}"/>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Chains of Inheritance (1 of 2)</a:t>
            </a:r>
          </a:p>
        </p:txBody>
      </p:sp>
      <p:sp>
        <p:nvSpPr>
          <p:cNvPr id="51203" name="Rectangle 3">
            <a:extLst>
              <a:ext uri="{FF2B5EF4-FFF2-40B4-BE49-F238E27FC236}">
                <a16:creationId xmlns:a16="http://schemas.microsoft.com/office/drawing/2014/main" id="{28FE5406-900E-F31E-A223-7181E89B7B61}"/>
              </a:ext>
            </a:extLst>
          </p:cNvPr>
          <p:cNvSpPr txBox="1">
            <a:spLocks noGrp="1" noChangeArrowheads="1"/>
          </p:cNvSpPr>
          <p:nvPr>
            <p:ph type="body" idx="1"/>
          </p:nvPr>
        </p:nvSpPr>
        <p:spPr>
          <a:xfrm>
            <a:off x="457200" y="1609725"/>
            <a:ext cx="8229600" cy="4525963"/>
          </a:xfrm>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A superclass can also be derived from another class.</a:t>
            </a:r>
          </a:p>
        </p:txBody>
      </p:sp>
      <p:sp>
        <p:nvSpPr>
          <p:cNvPr id="51204" name="Text Box 12">
            <a:extLst>
              <a:ext uri="{FF2B5EF4-FFF2-40B4-BE49-F238E27FC236}">
                <a16:creationId xmlns:a16="http://schemas.microsoft.com/office/drawing/2014/main" id="{6DE8F63C-E357-5872-6F8B-A7782416C8E5}"/>
              </a:ext>
            </a:extLst>
          </p:cNvPr>
          <p:cNvSpPr txBox="1">
            <a:spLocks noChangeArrowheads="1"/>
          </p:cNvSpPr>
          <p:nvPr/>
        </p:nvSpPr>
        <p:spPr bwMode="auto">
          <a:xfrm>
            <a:off x="962025" y="2743200"/>
            <a:ext cx="36957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a:t>Example:</a:t>
            </a:r>
            <a:br>
              <a:rPr lang="en-US" altLang="en-US"/>
            </a:br>
            <a:r>
              <a:rPr lang="en-US" altLang="en-US">
                <a:hlinkClick r:id="rId2" action="ppaction://hlinkfile"/>
              </a:rPr>
              <a:t>GradedActivity.java</a:t>
            </a:r>
            <a:br>
              <a:rPr lang="en-US" altLang="en-US"/>
            </a:br>
            <a:r>
              <a:rPr lang="en-US" altLang="en-US">
                <a:hlinkClick r:id="rId3" action="ppaction://hlinkfile"/>
              </a:rPr>
              <a:t>PassFailActivity.java</a:t>
            </a:r>
            <a:br>
              <a:rPr lang="en-US" altLang="en-US"/>
            </a:br>
            <a:r>
              <a:rPr lang="en-US" altLang="en-US">
                <a:hlinkClick r:id="rId4" action="ppaction://hlinkfile"/>
              </a:rPr>
              <a:t>PassFailExam.java</a:t>
            </a:r>
            <a:br>
              <a:rPr lang="en-US" altLang="en-US"/>
            </a:br>
            <a:r>
              <a:rPr lang="en-US" altLang="en-US">
                <a:hlinkClick r:id="rId5" action="ppaction://hlinkfile"/>
              </a:rPr>
              <a:t>PassFailExamDemo.java</a:t>
            </a:r>
            <a:endParaRPr lang="en-US" altLang="en-US"/>
          </a:p>
        </p:txBody>
      </p:sp>
      <p:grpSp>
        <p:nvGrpSpPr>
          <p:cNvPr id="51205" name="Group 13" descr="Each rectangular box contains a title and an empty rectangular box below the title section. The boxes are positioned from bottom to top as follows, Pass Fail Exam, Pass Fail Activity, Graded Activity, and Object. An arrow points from Pass Fail Exam to Pass Fail Activity, and from Pass Fail Activity to Graded Activity, and from Graded Activity to Object.">
            <a:extLst>
              <a:ext uri="{FF2B5EF4-FFF2-40B4-BE49-F238E27FC236}">
                <a16:creationId xmlns:a16="http://schemas.microsoft.com/office/drawing/2014/main" id="{A72C5548-6765-3788-EC57-EAEDB446B53C}"/>
              </a:ext>
            </a:extLst>
          </p:cNvPr>
          <p:cNvGrpSpPr>
            <a:grpSpLocks/>
          </p:cNvGrpSpPr>
          <p:nvPr/>
        </p:nvGrpSpPr>
        <p:grpSpPr bwMode="auto">
          <a:xfrm>
            <a:off x="4894263" y="2295525"/>
            <a:ext cx="2362200" cy="3886200"/>
            <a:chOff x="2832" y="1296"/>
            <a:chExt cx="1488" cy="2448"/>
          </a:xfrm>
        </p:grpSpPr>
        <p:sp>
          <p:nvSpPr>
            <p:cNvPr id="23" name="Rectangle 4">
              <a:extLst>
                <a:ext uri="{FF2B5EF4-FFF2-40B4-BE49-F238E27FC236}">
                  <a16:creationId xmlns:a16="http://schemas.microsoft.com/office/drawing/2014/main" id="{914370FA-05AA-1E9B-449F-A41BCD4CDE33}"/>
                </a:ext>
              </a:extLst>
            </p:cNvPr>
            <p:cNvSpPr>
              <a:spLocks noChangeArrowheads="1"/>
            </p:cNvSpPr>
            <p:nvPr/>
          </p:nvSpPr>
          <p:spPr bwMode="auto">
            <a:xfrm>
              <a:off x="2832" y="1296"/>
              <a:ext cx="148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Object</a:t>
              </a:r>
            </a:p>
          </p:txBody>
        </p:sp>
        <p:sp>
          <p:nvSpPr>
            <p:cNvPr id="24" name="Rectangle 6">
              <a:extLst>
                <a:ext uri="{FF2B5EF4-FFF2-40B4-BE49-F238E27FC236}">
                  <a16:creationId xmlns:a16="http://schemas.microsoft.com/office/drawing/2014/main" id="{5D519F20-BCAB-B85D-6884-B7AA18784AF7}"/>
                </a:ext>
              </a:extLst>
            </p:cNvPr>
            <p:cNvSpPr>
              <a:spLocks noChangeArrowheads="1"/>
            </p:cNvSpPr>
            <p:nvPr/>
          </p:nvSpPr>
          <p:spPr bwMode="auto">
            <a:xfrm>
              <a:off x="2832" y="2736"/>
              <a:ext cx="148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PassFailActivity</a:t>
              </a:r>
            </a:p>
          </p:txBody>
        </p:sp>
        <p:sp>
          <p:nvSpPr>
            <p:cNvPr id="25" name="Rectangle 7">
              <a:extLst>
                <a:ext uri="{FF2B5EF4-FFF2-40B4-BE49-F238E27FC236}">
                  <a16:creationId xmlns:a16="http://schemas.microsoft.com/office/drawing/2014/main" id="{E2A6A169-AD4A-220B-CCF6-18A5AF9BB2D5}"/>
                </a:ext>
              </a:extLst>
            </p:cNvPr>
            <p:cNvSpPr>
              <a:spLocks noChangeArrowheads="1"/>
            </p:cNvSpPr>
            <p:nvPr/>
          </p:nvSpPr>
          <p:spPr bwMode="auto">
            <a:xfrm>
              <a:off x="2832" y="3456"/>
              <a:ext cx="148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PassFailExam</a:t>
              </a:r>
            </a:p>
          </p:txBody>
        </p:sp>
        <p:sp>
          <p:nvSpPr>
            <p:cNvPr id="26" name="Rectangle 8">
              <a:extLst>
                <a:ext uri="{FF2B5EF4-FFF2-40B4-BE49-F238E27FC236}">
                  <a16:creationId xmlns:a16="http://schemas.microsoft.com/office/drawing/2014/main" id="{54D959D7-FB73-8BFD-E6C7-7476B3409A12}"/>
                </a:ext>
              </a:extLst>
            </p:cNvPr>
            <p:cNvSpPr>
              <a:spLocks noChangeArrowheads="1"/>
            </p:cNvSpPr>
            <p:nvPr/>
          </p:nvSpPr>
          <p:spPr bwMode="auto">
            <a:xfrm>
              <a:off x="2832" y="2016"/>
              <a:ext cx="148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dirty="0" err="1">
                  <a:solidFill>
                    <a:srgbClr val="000000"/>
                  </a:solidFill>
                </a:rPr>
                <a:t>GradedActivity</a:t>
              </a:r>
              <a:endParaRPr lang="en-US" altLang="en-US" sz="2400" kern="0" dirty="0">
                <a:solidFill>
                  <a:srgbClr val="000000"/>
                </a:solidFill>
              </a:endParaRPr>
            </a:p>
          </p:txBody>
        </p:sp>
        <p:cxnSp>
          <p:nvCxnSpPr>
            <p:cNvPr id="51210" name="AutoShape 9">
              <a:extLst>
                <a:ext uri="{FF2B5EF4-FFF2-40B4-BE49-F238E27FC236}">
                  <a16:creationId xmlns:a16="http://schemas.microsoft.com/office/drawing/2014/main" id="{F3434B6C-7029-D235-9BAF-968D8D0856AC}"/>
                </a:ext>
              </a:extLst>
            </p:cNvPr>
            <p:cNvCxnSpPr>
              <a:cxnSpLocks noChangeShapeType="1"/>
              <a:stCxn id="26" idx="0"/>
              <a:endCxn id="23" idx="2"/>
            </p:cNvCxnSpPr>
            <p:nvPr/>
          </p:nvCxnSpPr>
          <p:spPr bwMode="auto">
            <a:xfrm flipV="1">
              <a:off x="3576" y="1584"/>
              <a:ext cx="0" cy="432"/>
            </a:xfrm>
            <a:prstGeom prst="straightConnector1">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1211" name="AutoShape 10">
              <a:extLst>
                <a:ext uri="{FF2B5EF4-FFF2-40B4-BE49-F238E27FC236}">
                  <a16:creationId xmlns:a16="http://schemas.microsoft.com/office/drawing/2014/main" id="{F440AC8A-A63C-C673-3E25-E68797DAF3F0}"/>
                </a:ext>
              </a:extLst>
            </p:cNvPr>
            <p:cNvCxnSpPr>
              <a:cxnSpLocks noChangeShapeType="1"/>
              <a:stCxn id="24" idx="0"/>
              <a:endCxn id="26" idx="2"/>
            </p:cNvCxnSpPr>
            <p:nvPr/>
          </p:nvCxnSpPr>
          <p:spPr bwMode="auto">
            <a:xfrm flipV="1">
              <a:off x="3576" y="2304"/>
              <a:ext cx="0" cy="432"/>
            </a:xfrm>
            <a:prstGeom prst="straightConnector1">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1212" name="AutoShape 11">
              <a:extLst>
                <a:ext uri="{FF2B5EF4-FFF2-40B4-BE49-F238E27FC236}">
                  <a16:creationId xmlns:a16="http://schemas.microsoft.com/office/drawing/2014/main" id="{20EB8225-EBCC-0234-4B5C-E225BA8E1127}"/>
                </a:ext>
              </a:extLst>
            </p:cNvPr>
            <p:cNvCxnSpPr>
              <a:cxnSpLocks noChangeShapeType="1"/>
              <a:stCxn id="25" idx="0"/>
              <a:endCxn id="24" idx="2"/>
            </p:cNvCxnSpPr>
            <p:nvPr/>
          </p:nvCxnSpPr>
          <p:spPr bwMode="auto">
            <a:xfrm flipV="1">
              <a:off x="3576" y="3024"/>
              <a:ext cx="0" cy="432"/>
            </a:xfrm>
            <a:prstGeom prst="straightConnector1">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760039D7-7B88-4082-65E4-8A72B521633E}"/>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Chains of Inheritance (2 of 2)</a:t>
            </a:r>
          </a:p>
        </p:txBody>
      </p:sp>
      <p:sp>
        <p:nvSpPr>
          <p:cNvPr id="52227" name="Rectangle 3">
            <a:extLst>
              <a:ext uri="{FF2B5EF4-FFF2-40B4-BE49-F238E27FC236}">
                <a16:creationId xmlns:a16="http://schemas.microsoft.com/office/drawing/2014/main" id="{2CC0D359-A97F-1EDD-3B0F-252654D29644}"/>
              </a:ext>
            </a:extLst>
          </p:cNvPr>
          <p:cNvSpPr txBox="1">
            <a:spLocks noGrp="1" noChangeArrowheads="1"/>
          </p:cNvSpPr>
          <p:nvPr>
            <p:ph type="body" idx="1"/>
          </p:nvPr>
        </p:nvSpPr>
        <p:spPr>
          <a:xfrm>
            <a:off x="457200" y="1655763"/>
            <a:ext cx="8229600" cy="4525962"/>
          </a:xfrm>
        </p:spPr>
        <p:txBody>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Classes often are depicted graphically in a </a:t>
            </a:r>
            <a:r>
              <a:rPr lang="en-US" altLang="en-US" sz="2800" i="1">
                <a:solidFill>
                  <a:srgbClr val="000000"/>
                </a:solidFill>
                <a:latin typeface="Arial" panose="020B0604020202020204" pitchFamily="34" charset="0"/>
                <a:cs typeface="Arial" panose="020B0604020202020204" pitchFamily="34" charset="0"/>
                <a:sym typeface="Arial" panose="020B0604020202020204" pitchFamily="34" charset="0"/>
              </a:rPr>
              <a:t>class hierarchy</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a:t>
            </a:r>
          </a:p>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A class hierarchy shows the inheritance relationships between classes.</a:t>
            </a:r>
          </a:p>
        </p:txBody>
      </p:sp>
      <p:grpSp>
        <p:nvGrpSpPr>
          <p:cNvPr id="52228" name="Group 15" descr="The hierarchy is organized as follows. Pass Fail Exam class points to the Pass Fail Activity class. Both are more specialized classes and positioned at the bottom, with Pass Fail Exam pointing upward. The Final Exam class is on the same level as the Pass Fail Activity and points towards the most general class, Graded Activity, positioned at the top.">
            <a:extLst>
              <a:ext uri="{FF2B5EF4-FFF2-40B4-BE49-F238E27FC236}">
                <a16:creationId xmlns:a16="http://schemas.microsoft.com/office/drawing/2014/main" id="{ACB57953-3906-07B9-9EC1-631CC0A39816}"/>
              </a:ext>
            </a:extLst>
          </p:cNvPr>
          <p:cNvGrpSpPr>
            <a:grpSpLocks/>
          </p:cNvGrpSpPr>
          <p:nvPr/>
        </p:nvGrpSpPr>
        <p:grpSpPr bwMode="auto">
          <a:xfrm>
            <a:off x="2057400" y="3810000"/>
            <a:ext cx="5029200" cy="2438400"/>
            <a:chOff x="2016" y="1968"/>
            <a:chExt cx="3168" cy="1536"/>
          </a:xfrm>
        </p:grpSpPr>
        <p:sp>
          <p:nvSpPr>
            <p:cNvPr id="22" name="Rectangle 6">
              <a:extLst>
                <a:ext uri="{FF2B5EF4-FFF2-40B4-BE49-F238E27FC236}">
                  <a16:creationId xmlns:a16="http://schemas.microsoft.com/office/drawing/2014/main" id="{C7584FCE-BE2A-BD19-D275-41C7D0C02549}"/>
                </a:ext>
              </a:extLst>
            </p:cNvPr>
            <p:cNvSpPr>
              <a:spLocks noChangeArrowheads="1"/>
            </p:cNvSpPr>
            <p:nvPr/>
          </p:nvSpPr>
          <p:spPr bwMode="auto">
            <a:xfrm>
              <a:off x="3696" y="2640"/>
              <a:ext cx="148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PassFailActivity</a:t>
              </a:r>
            </a:p>
          </p:txBody>
        </p:sp>
        <p:sp>
          <p:nvSpPr>
            <p:cNvPr id="23" name="Rectangle 7">
              <a:extLst>
                <a:ext uri="{FF2B5EF4-FFF2-40B4-BE49-F238E27FC236}">
                  <a16:creationId xmlns:a16="http://schemas.microsoft.com/office/drawing/2014/main" id="{CD1CDCD0-F2A9-22EE-4D9E-418FCA913AA3}"/>
                </a:ext>
              </a:extLst>
            </p:cNvPr>
            <p:cNvSpPr>
              <a:spLocks noChangeArrowheads="1"/>
            </p:cNvSpPr>
            <p:nvPr/>
          </p:nvSpPr>
          <p:spPr bwMode="auto">
            <a:xfrm>
              <a:off x="3696" y="3216"/>
              <a:ext cx="148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PassFailExam</a:t>
              </a:r>
            </a:p>
          </p:txBody>
        </p:sp>
        <p:sp>
          <p:nvSpPr>
            <p:cNvPr id="24" name="Rectangle 8">
              <a:extLst>
                <a:ext uri="{FF2B5EF4-FFF2-40B4-BE49-F238E27FC236}">
                  <a16:creationId xmlns:a16="http://schemas.microsoft.com/office/drawing/2014/main" id="{F5202E6C-78B5-6CC7-AFBD-7B2E2153E769}"/>
                </a:ext>
              </a:extLst>
            </p:cNvPr>
            <p:cNvSpPr>
              <a:spLocks noChangeArrowheads="1"/>
            </p:cNvSpPr>
            <p:nvPr/>
          </p:nvSpPr>
          <p:spPr bwMode="auto">
            <a:xfrm>
              <a:off x="2880" y="1968"/>
              <a:ext cx="148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GradedActivity</a:t>
              </a:r>
            </a:p>
          </p:txBody>
        </p:sp>
        <p:cxnSp>
          <p:nvCxnSpPr>
            <p:cNvPr id="52232" name="AutoShape 11">
              <a:extLst>
                <a:ext uri="{FF2B5EF4-FFF2-40B4-BE49-F238E27FC236}">
                  <a16:creationId xmlns:a16="http://schemas.microsoft.com/office/drawing/2014/main" id="{BC0E59D2-81C6-5C20-D538-C39467E6E7DD}"/>
                </a:ext>
              </a:extLst>
            </p:cNvPr>
            <p:cNvCxnSpPr>
              <a:cxnSpLocks noChangeShapeType="1"/>
              <a:stCxn id="23" idx="0"/>
              <a:endCxn id="22" idx="2"/>
            </p:cNvCxnSpPr>
            <p:nvPr/>
          </p:nvCxnSpPr>
          <p:spPr bwMode="auto">
            <a:xfrm flipV="1">
              <a:off x="4440" y="2928"/>
              <a:ext cx="0" cy="288"/>
            </a:xfrm>
            <a:prstGeom prst="straightConnector1">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2233" name="AutoShape 12">
              <a:extLst>
                <a:ext uri="{FF2B5EF4-FFF2-40B4-BE49-F238E27FC236}">
                  <a16:creationId xmlns:a16="http://schemas.microsoft.com/office/drawing/2014/main" id="{06C1593D-D6B0-0ED1-F4C0-399B9567715D}"/>
                </a:ext>
              </a:extLst>
            </p:cNvPr>
            <p:cNvCxnSpPr>
              <a:cxnSpLocks noChangeShapeType="1"/>
              <a:stCxn id="22" idx="0"/>
              <a:endCxn id="24" idx="2"/>
            </p:cNvCxnSpPr>
            <p:nvPr/>
          </p:nvCxnSpPr>
          <p:spPr bwMode="auto">
            <a:xfrm rot="5400000" flipH="1">
              <a:off x="3840" y="2040"/>
              <a:ext cx="384" cy="816"/>
            </a:xfrm>
            <a:prstGeom prst="bentConnector3">
              <a:avLst>
                <a:gd name="adj1" fmla="val 50000"/>
              </a:avLst>
            </a:prstGeom>
            <a:noFill/>
            <a:ln w="317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27" name="Rectangle 13">
              <a:extLst>
                <a:ext uri="{FF2B5EF4-FFF2-40B4-BE49-F238E27FC236}">
                  <a16:creationId xmlns:a16="http://schemas.microsoft.com/office/drawing/2014/main" id="{06BA4A05-BC80-6068-3D27-082888B033A7}"/>
                </a:ext>
              </a:extLst>
            </p:cNvPr>
            <p:cNvSpPr>
              <a:spLocks noChangeArrowheads="1"/>
            </p:cNvSpPr>
            <p:nvPr/>
          </p:nvSpPr>
          <p:spPr bwMode="auto">
            <a:xfrm>
              <a:off x="2016" y="2640"/>
              <a:ext cx="1488" cy="288"/>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FinalExam</a:t>
              </a:r>
            </a:p>
          </p:txBody>
        </p:sp>
        <p:cxnSp>
          <p:nvCxnSpPr>
            <p:cNvPr id="52235" name="AutoShape 14">
              <a:extLst>
                <a:ext uri="{FF2B5EF4-FFF2-40B4-BE49-F238E27FC236}">
                  <a16:creationId xmlns:a16="http://schemas.microsoft.com/office/drawing/2014/main" id="{662BAAF1-F574-87F2-371A-CF29A0AAAD71}"/>
                </a:ext>
              </a:extLst>
            </p:cNvPr>
            <p:cNvCxnSpPr>
              <a:cxnSpLocks noChangeShapeType="1"/>
              <a:stCxn id="27" idx="0"/>
              <a:endCxn id="24" idx="2"/>
            </p:cNvCxnSpPr>
            <p:nvPr/>
          </p:nvCxnSpPr>
          <p:spPr bwMode="auto">
            <a:xfrm rot="-5400000">
              <a:off x="3000" y="2016"/>
              <a:ext cx="384" cy="864"/>
            </a:xfrm>
            <a:prstGeom prst="bentConnector3">
              <a:avLst>
                <a:gd name="adj1" fmla="val 50000"/>
              </a:avLst>
            </a:prstGeom>
            <a:noFill/>
            <a:ln w="317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0D83859-7DCA-AB03-DC58-29EA5092BA33}"/>
              </a:ext>
            </a:extLst>
          </p:cNvPr>
          <p:cNvSpPr txBox="1">
            <a:spLocks noGrp="1" noChangeArrowheads="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Object</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Class (1 of 2)</a:t>
            </a:r>
          </a:p>
        </p:txBody>
      </p:sp>
      <p:sp>
        <p:nvSpPr>
          <p:cNvPr id="47108" name="Rectangle 3">
            <a:extLst>
              <a:ext uri="{FF2B5EF4-FFF2-40B4-BE49-F238E27FC236}">
                <a16:creationId xmlns:a16="http://schemas.microsoft.com/office/drawing/2014/main" id="{04C69DBC-2030-7285-C389-CFC0711597C2}"/>
              </a:ext>
            </a:extLst>
          </p:cNvPr>
          <p:cNvSpPr>
            <a:spLocks noGrp="1" noChangeArrowheads="1"/>
          </p:cNvSpPr>
          <p:nvPr>
            <p:ph type="body" idx="1"/>
          </p:nvPr>
        </p:nvSpPr>
        <p:spPr>
          <a:xfrm>
            <a:off x="457200" y="1655763"/>
            <a:ext cx="8229600" cy="4525962"/>
          </a:xfrm>
        </p:spPr>
        <p:txBody>
          <a:bodyPr>
            <a:normAutofit fontScale="85000" lnSpcReduction="20000"/>
          </a:bodyPr>
          <a:lstStyle/>
          <a:p>
            <a:pPr marL="488950" indent="-387350" eaLnBrk="1" hangingPunct="1">
              <a:lnSpc>
                <a:spcPct val="90000"/>
              </a:lnSpc>
              <a:defRPr/>
            </a:pPr>
            <a:r>
              <a:rPr lang="en-US" altLang="en-US" dirty="0"/>
              <a:t>All Java classes are directly or indirectly derived from a class named </a:t>
            </a:r>
            <a:r>
              <a:rPr lang="en-US" altLang="en-US" dirty="0">
                <a:latin typeface="Courier New" panose="02070309020205020404" pitchFamily="49" charset="0"/>
              </a:rPr>
              <a:t>Object</a:t>
            </a:r>
            <a:r>
              <a:rPr lang="en-US" altLang="en-US" dirty="0"/>
              <a:t>.</a:t>
            </a:r>
          </a:p>
          <a:p>
            <a:pPr marL="488950" indent="-387350" eaLnBrk="1" hangingPunct="1">
              <a:lnSpc>
                <a:spcPct val="90000"/>
              </a:lnSpc>
              <a:defRPr/>
            </a:pPr>
            <a:r>
              <a:rPr lang="en-US" altLang="en-US" dirty="0">
                <a:latin typeface="Courier New" panose="02070309020205020404" pitchFamily="49" charset="0"/>
              </a:rPr>
              <a:t>Object</a:t>
            </a:r>
            <a:r>
              <a:rPr lang="en-US" altLang="en-US" dirty="0"/>
              <a:t> is in the </a:t>
            </a:r>
            <a:r>
              <a:rPr lang="en-US" altLang="en-US" dirty="0" err="1">
                <a:latin typeface="Courier New" panose="02070309020205020404" pitchFamily="49" charset="0"/>
              </a:rPr>
              <a:t>java.lang</a:t>
            </a:r>
            <a:r>
              <a:rPr lang="en-US" altLang="en-US" dirty="0"/>
              <a:t> package.</a:t>
            </a:r>
          </a:p>
          <a:p>
            <a:pPr marL="488950" indent="-387350" eaLnBrk="1" hangingPunct="1">
              <a:lnSpc>
                <a:spcPct val="90000"/>
              </a:lnSpc>
              <a:defRPr/>
            </a:pPr>
            <a:r>
              <a:rPr lang="en-US" altLang="en-US" dirty="0"/>
              <a:t>Any class that does not specify the </a:t>
            </a:r>
            <a:r>
              <a:rPr lang="en-US" altLang="en-US" dirty="0">
                <a:latin typeface="Courier New" panose="02070309020205020404" pitchFamily="49" charset="0"/>
              </a:rPr>
              <a:t>extends</a:t>
            </a:r>
            <a:r>
              <a:rPr lang="en-US" altLang="en-US" dirty="0"/>
              <a:t> keyword is automatically derived from the </a:t>
            </a:r>
            <a:r>
              <a:rPr lang="en-US" altLang="en-US" dirty="0">
                <a:latin typeface="Courier New" panose="02070309020205020404" pitchFamily="49" charset="0"/>
              </a:rPr>
              <a:t>Object</a:t>
            </a:r>
            <a:r>
              <a:rPr lang="en-US" altLang="en-US" dirty="0"/>
              <a:t> class.</a:t>
            </a:r>
          </a:p>
          <a:p>
            <a:pPr marL="101600" indent="795338" eaLnBrk="1" hangingPunct="1">
              <a:lnSpc>
                <a:spcPct val="90000"/>
              </a:lnSpc>
              <a:buFont typeface="Arial"/>
              <a:buNone/>
              <a:defRPr/>
            </a:pPr>
            <a:r>
              <a:rPr lang="en-US" altLang="en-US" sz="2000" b="1" dirty="0">
                <a:latin typeface="Courier New" panose="02070309020205020404" pitchFamily="49" charset="0"/>
              </a:rPr>
              <a:t>public class </a:t>
            </a:r>
            <a:r>
              <a:rPr lang="en-US" altLang="en-US" sz="2000" b="1" dirty="0" err="1">
                <a:latin typeface="Courier New" panose="02070309020205020404" pitchFamily="49" charset="0"/>
              </a:rPr>
              <a:t>MyClass</a:t>
            </a:r>
            <a:endParaRPr lang="en-US" altLang="en-US" sz="2000" b="1" dirty="0">
              <a:latin typeface="Courier New" panose="02070309020205020404" pitchFamily="49" charset="0"/>
            </a:endParaRPr>
          </a:p>
          <a:p>
            <a:pPr lvl="1" indent="153988" eaLnBrk="1" hangingPunct="1">
              <a:lnSpc>
                <a:spcPct val="90000"/>
              </a:lnSpc>
              <a:buFontTx/>
              <a:buNone/>
              <a:defRPr/>
            </a:pPr>
            <a:r>
              <a:rPr lang="en-US" altLang="en-US" sz="2000" b="1" dirty="0">
                <a:latin typeface="Courier New" panose="02070309020205020404" pitchFamily="49" charset="0"/>
              </a:rPr>
              <a:t>{</a:t>
            </a:r>
          </a:p>
          <a:p>
            <a:pPr marL="742950" lvl="2" indent="552450" eaLnBrk="1" hangingPunct="1">
              <a:lnSpc>
                <a:spcPct val="90000"/>
              </a:lnSpc>
              <a:buFontTx/>
              <a:buNone/>
              <a:defRPr/>
            </a:pPr>
            <a:r>
              <a:rPr lang="en-US" altLang="en-US" sz="1800" b="1" i="1" dirty="0">
                <a:latin typeface="Courier New" panose="02070309020205020404" pitchFamily="49" charset="0"/>
              </a:rPr>
              <a:t>// This class is derived from Object.</a:t>
            </a:r>
          </a:p>
          <a:p>
            <a:pPr lvl="1" indent="153988" eaLnBrk="1" hangingPunct="1">
              <a:lnSpc>
                <a:spcPct val="90000"/>
              </a:lnSpc>
              <a:buFontTx/>
              <a:buNone/>
              <a:defRPr/>
            </a:pPr>
            <a:r>
              <a:rPr lang="en-US" altLang="en-US" sz="2000" b="1" dirty="0">
                <a:latin typeface="Courier New" panose="02070309020205020404" pitchFamily="49" charset="0"/>
              </a:rPr>
              <a:t>}</a:t>
            </a:r>
            <a:br>
              <a:rPr lang="en-US" altLang="en-US" sz="2000" b="1" dirty="0">
                <a:latin typeface="Courier New" panose="02070309020205020404" pitchFamily="49" charset="0"/>
              </a:rPr>
            </a:br>
            <a:endParaRPr lang="en-US" altLang="en-US" sz="2000" b="1" dirty="0">
              <a:latin typeface="Courier New" panose="02070309020205020404" pitchFamily="49" charset="0"/>
            </a:endParaRPr>
          </a:p>
          <a:p>
            <a:pPr marL="488950" indent="-387350" eaLnBrk="1" hangingPunct="1">
              <a:lnSpc>
                <a:spcPct val="90000"/>
              </a:lnSpc>
              <a:defRPr/>
            </a:pPr>
            <a:r>
              <a:rPr lang="en-US" altLang="en-US" dirty="0"/>
              <a:t>Ultimately, every class is derived from the </a:t>
            </a:r>
            <a:r>
              <a:rPr lang="en-US" altLang="en-US" dirty="0">
                <a:latin typeface="Courier New" panose="02070309020205020404" pitchFamily="49" charset="0"/>
              </a:rPr>
              <a:t>Object</a:t>
            </a:r>
            <a:r>
              <a:rPr lang="en-US" altLang="en-US" dirty="0"/>
              <a:t> class.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77805B8F-E30A-6F82-FA6C-5B5682C2E6B0}"/>
              </a:ext>
            </a:extLst>
          </p:cNvPr>
          <p:cNvSpPr txBox="1">
            <a:spLocks noGrp="1" noChangeArrowheads="1"/>
          </p:cNvSpPr>
          <p:nvPr>
            <p:ph type="title"/>
          </p:nvPr>
        </p:nvSpPr>
        <p:spPr>
          <a:xfrm>
            <a:off x="457200" y="242888"/>
            <a:ext cx="8229600" cy="1096962"/>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The </a:t>
            </a:r>
            <a:r>
              <a:rPr lang="en-US" altLang="en-US">
                <a:latin typeface="Courier New" panose="02070309020205020404" pitchFamily="49" charset="0"/>
                <a:cs typeface="Times New Roman" panose="02020603050405020304" pitchFamily="18" charset="0"/>
                <a:sym typeface="Times New Roman" panose="02020603050405020304" pitchFamily="18" charset="0"/>
              </a:rPr>
              <a:t>Object</a:t>
            </a:r>
            <a:r>
              <a:rPr lang="en-US" altLang="en-US">
                <a:latin typeface="Times New Roman" panose="02020603050405020304" pitchFamily="18" charset="0"/>
                <a:cs typeface="Times New Roman" panose="02020603050405020304" pitchFamily="18" charset="0"/>
                <a:sym typeface="Times New Roman" panose="02020603050405020304" pitchFamily="18" charset="0"/>
              </a:rPr>
              <a:t> Class (2 of 2)</a:t>
            </a:r>
          </a:p>
        </p:txBody>
      </p:sp>
      <p:sp>
        <p:nvSpPr>
          <p:cNvPr id="55299" name="Rectangle 3">
            <a:extLst>
              <a:ext uri="{FF2B5EF4-FFF2-40B4-BE49-F238E27FC236}">
                <a16:creationId xmlns:a16="http://schemas.microsoft.com/office/drawing/2014/main" id="{8FD9C7EB-8A8A-C296-177B-53B2808C1777}"/>
              </a:ext>
            </a:extLst>
          </p:cNvPr>
          <p:cNvSpPr txBox="1">
            <a:spLocks noGrp="1" noChangeArrowheads="1"/>
          </p:cNvSpPr>
          <p:nvPr>
            <p:ph type="body" idx="1"/>
          </p:nvPr>
        </p:nvSpPr>
        <p:spPr>
          <a:xfrm>
            <a:off x="457200" y="1646238"/>
            <a:ext cx="8229600" cy="4525962"/>
          </a:xfrm>
        </p:spPr>
        <p:txBody>
          <a:bodyPr>
            <a:normAutofit lnSpcReduction="10000"/>
          </a:bodyPr>
          <a:lstStyle/>
          <a:p>
            <a:pPr marL="488950" indent="-387350" eaLnBrk="1" hangingPunct="1">
              <a:lnSpc>
                <a:spcPct val="90000"/>
              </a:lnSpc>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Because every class is directly or indirectly derived from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Object</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class:</a:t>
            </a:r>
          </a:p>
          <a:p>
            <a:pPr marL="887413" lvl="1" indent="-398463" eaLnBrk="1" hangingPunct="1">
              <a:lnSpc>
                <a:spcPct val="90000"/>
              </a:lnSpc>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every class inherits the </a:t>
            </a:r>
            <a:r>
              <a:rPr lang="en-US" altLang="en-US" sz="2400">
                <a:solidFill>
                  <a:srgbClr val="000000"/>
                </a:solidFill>
                <a:latin typeface="Courier New" panose="02070309020205020404" pitchFamily="49" charset="0"/>
                <a:cs typeface="Arial" panose="020B0604020202020204" pitchFamily="34" charset="0"/>
                <a:sym typeface="Arial" panose="020B0604020202020204" pitchFamily="34" charset="0"/>
              </a:rPr>
              <a:t>Object</a:t>
            </a: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rPr>
              <a:t> class’s members.</a:t>
            </a:r>
          </a:p>
          <a:p>
            <a:pPr marL="1295400" lvl="2" indent="-398463" eaLnBrk="1" hangingPunct="1">
              <a:lnSpc>
                <a:spcPct val="90000"/>
              </a:lnSpc>
              <a:buSzTx/>
            </a:pPr>
            <a:r>
              <a:rPr lang="en-US" altLang="en-US" sz="1800">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sz="1800">
                <a:solidFill>
                  <a:srgbClr val="000000"/>
                </a:solidFill>
                <a:latin typeface="Courier New" panose="02070309020205020404" pitchFamily="49" charset="0"/>
                <a:cs typeface="Arial" panose="020B0604020202020204" pitchFamily="34" charset="0"/>
                <a:sym typeface="Arial" panose="020B0604020202020204" pitchFamily="34" charset="0"/>
              </a:rPr>
              <a:t>toString</a:t>
            </a:r>
            <a:r>
              <a:rPr lang="en-US" altLang="en-US" sz="1800">
                <a:solidFill>
                  <a:srgbClr val="000000"/>
                </a:solidFill>
                <a:latin typeface="Arial" panose="020B0604020202020204" pitchFamily="34" charset="0"/>
                <a:cs typeface="Arial" panose="020B0604020202020204" pitchFamily="34" charset="0"/>
                <a:sym typeface="Arial" panose="020B0604020202020204" pitchFamily="34" charset="0"/>
              </a:rPr>
              <a:t> and </a:t>
            </a:r>
            <a:r>
              <a:rPr lang="en-US" altLang="en-US" sz="1800">
                <a:solidFill>
                  <a:srgbClr val="000000"/>
                </a:solidFill>
                <a:latin typeface="Courier New" panose="02070309020205020404" pitchFamily="49" charset="0"/>
                <a:cs typeface="Arial" panose="020B0604020202020204" pitchFamily="34" charset="0"/>
                <a:sym typeface="Arial" panose="020B0604020202020204" pitchFamily="34" charset="0"/>
              </a:rPr>
              <a:t>equals</a:t>
            </a:r>
            <a:r>
              <a:rPr lang="en-US" altLang="en-US" sz="1800">
                <a:solidFill>
                  <a:srgbClr val="000000"/>
                </a:solidFill>
                <a:latin typeface="Arial" panose="020B0604020202020204" pitchFamily="34" charset="0"/>
                <a:cs typeface="Arial" panose="020B0604020202020204" pitchFamily="34" charset="0"/>
                <a:sym typeface="Arial" panose="020B0604020202020204" pitchFamily="34" charset="0"/>
              </a:rPr>
              <a:t>.</a:t>
            </a:r>
          </a:p>
          <a:p>
            <a:pPr marL="488950" indent="-387350" eaLnBrk="1" hangingPunct="1">
              <a:lnSpc>
                <a:spcPct val="90000"/>
              </a:lnSpc>
              <a:spcBef>
                <a:spcPts val="1300"/>
              </a:spcBef>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In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Object</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class, 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toString</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method returns a string containing the object’s class name and a hash of its memory address.</a:t>
            </a:r>
          </a:p>
          <a:p>
            <a:pPr marL="488950" indent="-387350" eaLnBrk="1" hangingPunct="1">
              <a:lnSpc>
                <a:spcPct val="90000"/>
              </a:lnSpc>
              <a:spcBef>
                <a:spcPts val="1300"/>
              </a:spcBef>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sz="2800">
                <a:solidFill>
                  <a:srgbClr val="000000"/>
                </a:solidFill>
                <a:latin typeface="Courier New" panose="02070309020205020404" pitchFamily="49" charset="0"/>
                <a:cs typeface="Arial" panose="020B0604020202020204" pitchFamily="34" charset="0"/>
                <a:sym typeface="Arial" panose="020B0604020202020204" pitchFamily="34" charset="0"/>
              </a:rPr>
              <a:t>equals</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 method accepts the address of an object as its argument and returns true if it is the same as the calling object’s address.</a:t>
            </a:r>
          </a:p>
          <a:p>
            <a:pPr marL="488950" indent="-387350" eaLnBrk="1" hangingPunct="1">
              <a:lnSpc>
                <a:spcPct val="90000"/>
              </a:lnSpc>
              <a:spcBef>
                <a:spcPts val="1300"/>
              </a:spcBef>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 </a:t>
            </a: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ObjectMethods.java</a:t>
            </a:r>
            <a:endPar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76C27235-BA99-21E8-8D05-35FF63E00200}"/>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Polymorphism (1 of 4)</a:t>
            </a:r>
          </a:p>
        </p:txBody>
      </p:sp>
      <p:sp>
        <p:nvSpPr>
          <p:cNvPr id="57347" name="Rectangle 3">
            <a:extLst>
              <a:ext uri="{FF2B5EF4-FFF2-40B4-BE49-F238E27FC236}">
                <a16:creationId xmlns:a16="http://schemas.microsoft.com/office/drawing/2014/main" id="{D27CC2F1-6432-EB13-5529-E715B5ECB360}"/>
              </a:ext>
            </a:extLst>
          </p:cNvPr>
          <p:cNvSpPr txBox="1">
            <a:spLocks noGrp="1" noChangeArrowheads="1"/>
          </p:cNvSpPr>
          <p:nvPr>
            <p:ph type="body" idx="1"/>
          </p:nvPr>
        </p:nvSpPr>
        <p:spPr>
          <a:xfrm>
            <a:off x="466725" y="1617663"/>
            <a:ext cx="8229600" cy="4525962"/>
          </a:xfrm>
        </p:spPr>
        <p:txBody>
          <a:bodyPr>
            <a:normAutofit fontScale="85000" lnSpcReduction="20000"/>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 reference variable can reference objects of classes that are derived from the variable’s class.</a:t>
            </a:r>
          </a:p>
          <a:p>
            <a:pPr lvl="1" indent="14446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GradedActivity exam;</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We can use the exam variable to reference a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GradedActivity</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object.</a:t>
            </a:r>
          </a:p>
          <a:p>
            <a:pPr lvl="1" indent="14446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exam = new GradedActivity();</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GradedActivity</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class is also used as the superclass for 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FinalExam</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class.</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 object of 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FinalExam</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class </a:t>
            </a:r>
            <a:r>
              <a:rPr lang="en-US" altLang="en-US" b="1" i="1">
                <a:solidFill>
                  <a:srgbClr val="000000"/>
                </a:solidFill>
                <a:latin typeface="Arial" panose="020B0604020202020204" pitchFamily="34" charset="0"/>
                <a:cs typeface="Arial" panose="020B0604020202020204" pitchFamily="34" charset="0"/>
                <a:sym typeface="Arial" panose="020B0604020202020204" pitchFamily="34" charset="0"/>
              </a:rPr>
              <a:t>is a</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GradedActivity</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object.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3261F73-63DF-98DF-130A-84735FE032A6}"/>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Polymorphism (2 of 4)</a:t>
            </a:r>
          </a:p>
        </p:txBody>
      </p:sp>
      <p:sp>
        <p:nvSpPr>
          <p:cNvPr id="59395" name="Rectangle 3">
            <a:extLst>
              <a:ext uri="{FF2B5EF4-FFF2-40B4-BE49-F238E27FC236}">
                <a16:creationId xmlns:a16="http://schemas.microsoft.com/office/drawing/2014/main" id="{BCCB056F-D0E7-6C9E-9786-D890E2D30FC9}"/>
              </a:ext>
            </a:extLst>
          </p:cNvPr>
          <p:cNvSpPr txBox="1">
            <a:spLocks noGrp="1" noChangeArrowheads="1"/>
          </p:cNvSpPr>
          <p:nvPr>
            <p:ph type="body" idx="1"/>
          </p:nvPr>
        </p:nvSpPr>
        <p:spPr>
          <a:xfrm>
            <a:off x="466725" y="1646238"/>
            <a:ext cx="8229600" cy="4525962"/>
          </a:xfrm>
        </p:spPr>
        <p:txBody>
          <a:bodyPr>
            <a:normAutofit fontScale="70000" lnSpcReduction="20000"/>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GradedActivity</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variable can be used to reference a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FinalExam</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object. </a:t>
            </a:r>
          </a:p>
          <a:p>
            <a:pPr lvl="1" indent="144463"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GradedActivity exam = new FinalExam(50, 7);</a:t>
            </a:r>
          </a:p>
          <a:p>
            <a:pPr marL="488950" indent="-387350" eaLnBrk="1" hangingPunct="1">
              <a:spcBef>
                <a:spcPts val="1300"/>
              </a:spcBef>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This statement creates a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FinalExam</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object and stores the object’s address in the exam variable.</a:t>
            </a:r>
          </a:p>
          <a:p>
            <a:pPr marL="488950" indent="-387350" eaLnBrk="1" hangingPunct="1">
              <a:spcBef>
                <a:spcPts val="1300"/>
              </a:spcBef>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This is an example of polymorphism.</a:t>
            </a:r>
          </a:p>
          <a:p>
            <a:pPr marL="488950" indent="-387350" eaLnBrk="1" hangingPunct="1">
              <a:spcBef>
                <a:spcPts val="1300"/>
              </a:spcBef>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term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polymorphism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means the ability to take many forms.</a:t>
            </a:r>
          </a:p>
          <a:p>
            <a:pPr marL="488950" indent="-387350" eaLnBrk="1" hangingPunct="1">
              <a:spcBef>
                <a:spcPts val="1300"/>
              </a:spcBef>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In Java, a reference variable is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polymorphic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because it can reference objects of types different from its own, as long as those types are subclasses of its type.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A841EA4C-B005-51C6-F71F-E4C8EA82344B}"/>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Polymorphism (3 of 4)</a:t>
            </a:r>
          </a:p>
        </p:txBody>
      </p:sp>
      <p:sp>
        <p:nvSpPr>
          <p:cNvPr id="61443" name="Rectangle 3">
            <a:extLst>
              <a:ext uri="{FF2B5EF4-FFF2-40B4-BE49-F238E27FC236}">
                <a16:creationId xmlns:a16="http://schemas.microsoft.com/office/drawing/2014/main" id="{2337EE22-F401-923C-4033-5E4C5B97B7CA}"/>
              </a:ext>
            </a:extLst>
          </p:cNvPr>
          <p:cNvSpPr txBox="1">
            <a:spLocks noGrp="1" noChangeArrowheads="1"/>
          </p:cNvSpPr>
          <p:nvPr>
            <p:ph type="body" idx="1"/>
          </p:nvPr>
        </p:nvSpPr>
        <p:spPr>
          <a:xfrm>
            <a:off x="466725" y="1617663"/>
            <a:ext cx="8448675" cy="4525962"/>
          </a:xfrm>
        </p:spPr>
        <p:txBody>
          <a:bodyPr>
            <a:normAutofit fontScale="70000" lnSpcReduction="20000"/>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Other legal polymorphic references:</a:t>
            </a:r>
          </a:p>
          <a:p>
            <a:pPr lvl="1" indent="144463" eaLnBrk="1" hangingPunct="1">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GradedActivity exam1 = new FinalExam(50, 7);</a:t>
            </a:r>
          </a:p>
          <a:p>
            <a:pPr lvl="1" indent="144463" eaLnBrk="1" hangingPunct="1">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GradedActivity exam2 = new PassFailActivity(70);</a:t>
            </a:r>
          </a:p>
          <a:p>
            <a:pPr lvl="1" indent="144463" eaLnBrk="1" hangingPunct="1">
              <a:buSzTx/>
              <a:buFontTx/>
              <a:buNone/>
            </a:pPr>
            <a: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t>GradedActivity exam3 = new PassFailExam(100, 10, 70);</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GradedActivity</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class has three methods: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setScore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getScore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and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getGrade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GradedActivity</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variable can be used to call only those three methods.</a:t>
            </a:r>
          </a:p>
          <a:p>
            <a:pPr lvl="1" indent="144463" eaLnBrk="1" hangingPunct="1">
              <a:buSzTx/>
              <a:buFontTx/>
              <a:buNone/>
            </a:pPr>
            <a:r>
              <a:rPr lang="en-US" altLang="en-US" b="1">
                <a:solidFill>
                  <a:srgbClr val="000000"/>
                </a:solidFill>
                <a:latin typeface="Courier New" panose="02070309020205020404" pitchFamily="49" charset="0"/>
                <a:cs typeface="Arial" panose="020B0604020202020204" pitchFamily="34" charset="0"/>
                <a:sym typeface="Arial" panose="020B0604020202020204" pitchFamily="34" charset="0"/>
              </a:rPr>
              <a:t>GradedActivity exam = new PassFailExam(100, 10, 70);</a:t>
            </a:r>
          </a:p>
          <a:p>
            <a:pPr lvl="1" indent="144463" eaLnBrk="1" hangingPunct="1">
              <a:buSzTx/>
              <a:buFontTx/>
              <a:buNone/>
            </a:pPr>
            <a:r>
              <a:rPr lang="en-US" altLang="en-US" b="1">
                <a:solidFill>
                  <a:srgbClr val="000000"/>
                </a:solidFill>
                <a:latin typeface="Courier New" panose="02070309020205020404" pitchFamily="49" charset="0"/>
                <a:cs typeface="Arial" panose="020B0604020202020204" pitchFamily="34" charset="0"/>
                <a:sym typeface="Arial" panose="020B0604020202020204" pitchFamily="34" charset="0"/>
              </a:rPr>
              <a:t>System.out.println(exam.getScore()); // This works.</a:t>
            </a:r>
          </a:p>
          <a:p>
            <a:pPr lvl="1" indent="144463" eaLnBrk="1" hangingPunct="1">
              <a:buSzTx/>
              <a:buFontTx/>
              <a:buNone/>
            </a:pPr>
            <a:r>
              <a:rPr lang="en-US" altLang="en-US" b="1">
                <a:solidFill>
                  <a:srgbClr val="000000"/>
                </a:solidFill>
                <a:latin typeface="Courier New" panose="02070309020205020404" pitchFamily="49" charset="0"/>
                <a:cs typeface="Arial" panose="020B0604020202020204" pitchFamily="34" charset="0"/>
                <a:sym typeface="Arial" panose="020B0604020202020204" pitchFamily="34" charset="0"/>
              </a:rPr>
              <a:t>System.out.println(exam.getGrade()); // This works.</a:t>
            </a:r>
          </a:p>
          <a:p>
            <a:pPr lvl="1" indent="144463" eaLnBrk="1" hangingPunct="1">
              <a:buSzTx/>
              <a:buFontTx/>
              <a:buNone/>
            </a:pPr>
            <a:r>
              <a:rPr lang="en-US" altLang="en-US" b="1">
                <a:solidFill>
                  <a:srgbClr val="000000"/>
                </a:solidFill>
                <a:latin typeface="Courier New" panose="02070309020205020404" pitchFamily="49" charset="0"/>
                <a:cs typeface="Arial" panose="020B0604020202020204" pitchFamily="34" charset="0"/>
                <a:sym typeface="Arial" panose="020B0604020202020204" pitchFamily="34" charset="0"/>
              </a:rPr>
              <a:t>System.out.println(exam.getPointsEach()); // ERROR!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D0EE917-F137-E4A5-E303-2BBCB2DB6D3C}"/>
              </a:ext>
            </a:extLst>
          </p:cNvPr>
          <p:cNvSpPr txBox="1">
            <a:spLocks noGrp="1" noChangeArrowheads="1"/>
          </p:cNvSpPr>
          <p:nvPr>
            <p:ph type="title"/>
          </p:nvPr>
        </p:nvSpPr>
        <p:spPr>
          <a:xfrm>
            <a:off x="457200" y="219075"/>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Polymorphism and Dynamic Binding</a:t>
            </a:r>
          </a:p>
        </p:txBody>
      </p:sp>
      <p:sp>
        <p:nvSpPr>
          <p:cNvPr id="57348" name="Rectangle 3">
            <a:extLst>
              <a:ext uri="{FF2B5EF4-FFF2-40B4-BE49-F238E27FC236}">
                <a16:creationId xmlns:a16="http://schemas.microsoft.com/office/drawing/2014/main" id="{12649E44-00EA-C530-5515-14F426B7D15B}"/>
              </a:ext>
            </a:extLst>
          </p:cNvPr>
          <p:cNvSpPr>
            <a:spLocks noGrp="1" noChangeArrowheads="1"/>
          </p:cNvSpPr>
          <p:nvPr>
            <p:ph type="body" idx="1"/>
          </p:nvPr>
        </p:nvSpPr>
        <p:spPr>
          <a:xfrm>
            <a:off x="466725" y="1655763"/>
            <a:ext cx="8229600" cy="4525962"/>
          </a:xfrm>
        </p:spPr>
        <p:txBody>
          <a:bodyPr>
            <a:normAutofit fontScale="92500"/>
          </a:bodyPr>
          <a:lstStyle/>
          <a:p>
            <a:pPr marL="488950" indent="-387350" eaLnBrk="1" hangingPunct="1">
              <a:lnSpc>
                <a:spcPct val="90000"/>
              </a:lnSpc>
              <a:defRPr/>
            </a:pPr>
            <a:r>
              <a:rPr lang="en-US" altLang="en-US" dirty="0"/>
              <a:t>If the object of the subclass has overridden a method in the superclass:</a:t>
            </a:r>
          </a:p>
          <a:p>
            <a:pPr marL="887413" lvl="1" indent="-398463" eaLnBrk="1" hangingPunct="1">
              <a:lnSpc>
                <a:spcPct val="90000"/>
              </a:lnSpc>
              <a:defRPr/>
            </a:pPr>
            <a:r>
              <a:rPr lang="en-US" altLang="en-US" sz="2000" dirty="0"/>
              <a:t>If the variable makes a call to that method the subclass’s version of the method will be run.</a:t>
            </a:r>
          </a:p>
          <a:p>
            <a:pPr lvl="1" eaLnBrk="1" hangingPunct="1">
              <a:lnSpc>
                <a:spcPct val="90000"/>
              </a:lnSpc>
              <a:buFontTx/>
              <a:buNone/>
              <a:defRPr/>
            </a:pPr>
            <a:endParaRPr lang="en-US" altLang="en-US" sz="1800" b="1" dirty="0">
              <a:latin typeface="Courier New" panose="02070309020205020404" pitchFamily="49" charset="0"/>
            </a:endParaRPr>
          </a:p>
          <a:p>
            <a:pPr lvl="1" indent="144463" eaLnBrk="1" hangingPunct="1">
              <a:lnSpc>
                <a:spcPct val="90000"/>
              </a:lnSpc>
              <a:buFontTx/>
              <a:buNone/>
              <a:defRPr/>
            </a:pPr>
            <a:r>
              <a:rPr lang="en-US" altLang="en-US" sz="1800" b="1" dirty="0" err="1">
                <a:latin typeface="Courier New" panose="02070309020205020404" pitchFamily="49" charset="0"/>
              </a:rPr>
              <a:t>GradedActivity</a:t>
            </a:r>
            <a:r>
              <a:rPr lang="en-US" altLang="en-US" sz="1800" b="1" dirty="0">
                <a:latin typeface="Courier New" panose="02070309020205020404" pitchFamily="49" charset="0"/>
              </a:rPr>
              <a:t> exam = new </a:t>
            </a:r>
            <a:r>
              <a:rPr lang="en-US" altLang="en-US" sz="1800" b="1" dirty="0" err="1">
                <a:latin typeface="Courier New" panose="02070309020205020404" pitchFamily="49" charset="0"/>
              </a:rPr>
              <a:t>PassFailActivity</a:t>
            </a:r>
            <a:r>
              <a:rPr lang="en-US" altLang="en-US" sz="1800" b="1" dirty="0">
                <a:latin typeface="Courier New" panose="02070309020205020404" pitchFamily="49" charset="0"/>
              </a:rPr>
              <a:t>(60);</a:t>
            </a:r>
          </a:p>
          <a:p>
            <a:pPr lvl="1" indent="144463" eaLnBrk="1" hangingPunct="1">
              <a:lnSpc>
                <a:spcPct val="90000"/>
              </a:lnSpc>
              <a:buFontTx/>
              <a:buNone/>
              <a:defRPr/>
            </a:pPr>
            <a:r>
              <a:rPr lang="en-US" altLang="en-US" sz="1800" b="1" dirty="0" err="1">
                <a:latin typeface="Courier New" panose="02070309020205020404" pitchFamily="49" charset="0"/>
              </a:rPr>
              <a:t>exam.setScore</a:t>
            </a:r>
            <a:r>
              <a:rPr lang="en-US" altLang="en-US" sz="1800" b="1" dirty="0">
                <a:latin typeface="Courier New" panose="02070309020205020404" pitchFamily="49" charset="0"/>
              </a:rPr>
              <a:t>(70);</a:t>
            </a:r>
          </a:p>
          <a:p>
            <a:pPr lvl="1" indent="144463" eaLnBrk="1" hangingPunct="1">
              <a:lnSpc>
                <a:spcPct val="90000"/>
              </a:lnSpc>
              <a:buFontTx/>
              <a:buNone/>
              <a:defRPr/>
            </a:pPr>
            <a:r>
              <a:rPr lang="en-US" altLang="en-US" sz="1800" b="1" dirty="0" err="1">
                <a:latin typeface="Courier New" panose="02070309020205020404" pitchFamily="49" charset="0"/>
              </a:rPr>
              <a:t>System.out.println</a:t>
            </a:r>
            <a:r>
              <a:rPr lang="en-US" altLang="en-US" sz="1800" b="1" dirty="0">
                <a:latin typeface="Courier New" panose="02070309020205020404" pitchFamily="49" charset="0"/>
              </a:rPr>
              <a:t>(</a:t>
            </a:r>
            <a:r>
              <a:rPr lang="en-US" altLang="en-US" sz="1800" b="1" dirty="0" err="1">
                <a:latin typeface="Courier New" panose="02070309020205020404" pitchFamily="49" charset="0"/>
              </a:rPr>
              <a:t>exam.getGrade</a:t>
            </a:r>
            <a:r>
              <a:rPr lang="en-US" altLang="en-US" sz="1800" b="1" dirty="0">
                <a:latin typeface="Courier New" panose="02070309020205020404" pitchFamily="49" charset="0"/>
              </a:rPr>
              <a:t>());</a:t>
            </a:r>
            <a:br>
              <a:rPr lang="en-US" altLang="en-US" sz="1800" b="1" dirty="0">
                <a:latin typeface="Courier New" panose="02070309020205020404" pitchFamily="49" charset="0"/>
              </a:rPr>
            </a:br>
            <a:endParaRPr lang="en-US" altLang="en-US" sz="1800" b="1" dirty="0">
              <a:latin typeface="Courier New" panose="02070309020205020404" pitchFamily="49" charset="0"/>
            </a:endParaRPr>
          </a:p>
          <a:p>
            <a:pPr marL="488950" indent="-387350" eaLnBrk="1" hangingPunct="1">
              <a:lnSpc>
                <a:spcPct val="90000"/>
              </a:lnSpc>
              <a:defRPr/>
            </a:pPr>
            <a:r>
              <a:rPr lang="en-US" altLang="en-US" sz="2000" dirty="0"/>
              <a:t>Java performs </a:t>
            </a:r>
            <a:r>
              <a:rPr lang="en-US" altLang="en-US" sz="2000" i="1" dirty="0"/>
              <a:t>dynamic binding </a:t>
            </a:r>
            <a:r>
              <a:rPr lang="en-US" altLang="en-US" sz="2000" dirty="0"/>
              <a:t>or </a:t>
            </a:r>
            <a:r>
              <a:rPr lang="en-US" altLang="en-US" sz="2000" i="1" dirty="0"/>
              <a:t>late binding </a:t>
            </a:r>
            <a:r>
              <a:rPr lang="en-US" altLang="en-US" sz="2000" dirty="0"/>
              <a:t>when a variable contains a polymorphic reference.</a:t>
            </a:r>
          </a:p>
          <a:p>
            <a:pPr marL="488950" indent="-387350" eaLnBrk="1" hangingPunct="1">
              <a:lnSpc>
                <a:spcPct val="90000"/>
              </a:lnSpc>
              <a:defRPr/>
            </a:pPr>
            <a:r>
              <a:rPr lang="en-US" altLang="en-US" sz="2000" dirty="0"/>
              <a:t>The Java Virtual Machine determines at runtime which method to call, depending on the type of object that the variable references.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FA009EA2-9BD8-9F97-AFC5-CBBA69B4F4C1}"/>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Polymorphism (4 of 4)</a:t>
            </a:r>
          </a:p>
        </p:txBody>
      </p:sp>
      <p:sp>
        <p:nvSpPr>
          <p:cNvPr id="65539" name="Rectangle 3">
            <a:extLst>
              <a:ext uri="{FF2B5EF4-FFF2-40B4-BE49-F238E27FC236}">
                <a16:creationId xmlns:a16="http://schemas.microsoft.com/office/drawing/2014/main" id="{BBCBB1A3-4414-2B00-0ABC-91B24A97E73D}"/>
              </a:ext>
            </a:extLst>
          </p:cNvPr>
          <p:cNvSpPr txBox="1">
            <a:spLocks noGrp="1" noChangeArrowheads="1"/>
          </p:cNvSpPr>
          <p:nvPr>
            <p:ph type="body" idx="1"/>
          </p:nvPr>
        </p:nvSpPr>
        <p:spPr/>
        <p:txBody>
          <a:bodyPr/>
          <a:lstStyle/>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It is the object’s type, rather than the reference type, that determines which method is called.</a:t>
            </a: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Example:</a:t>
            </a:r>
          </a:p>
          <a:p>
            <a:pPr marL="887413" lvl="1" indent="-398463" eaLnBrk="1" hangingPunct="1">
              <a:buSzTx/>
              <a:buFontTx/>
              <a:buChar char="–"/>
            </a:pPr>
            <a:r>
              <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Polymorphic.java</a:t>
            </a:r>
            <a:endParaRPr lang="en-US" altLang="en-US" sz="2400">
              <a:solidFill>
                <a:srgbClr val="000000"/>
              </a:solidFill>
              <a:latin typeface="Arial" panose="020B0604020202020204" pitchFamily="34" charset="0"/>
              <a:cs typeface="Arial" panose="020B0604020202020204" pitchFamily="34" charset="0"/>
              <a:sym typeface="Arial" panose="020B0604020202020204" pitchFamily="34" charset="0"/>
            </a:endParaRPr>
          </a:p>
          <a:p>
            <a:pPr marL="488950" indent="-387350" eaLnBrk="1" hangingPunct="1">
              <a:buSzTx/>
              <a:buFontTx/>
              <a:buChar char="•"/>
            </a:pPr>
            <a:r>
              <a:rPr lang="en-US" altLang="en-US" sz="2800">
                <a:solidFill>
                  <a:srgbClr val="000000"/>
                </a:solidFill>
                <a:latin typeface="Arial" panose="020B0604020202020204" pitchFamily="34" charset="0"/>
                <a:cs typeface="Arial" panose="020B0604020202020204" pitchFamily="34" charset="0"/>
                <a:sym typeface="Arial" panose="020B0604020202020204" pitchFamily="34" charset="0"/>
              </a:rPr>
              <a:t>You cannot assign a superclass object to a subclass reference variable.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002F7358-98B7-8154-5550-A1F0506C8216}"/>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Abstract Classes</a:t>
            </a:r>
          </a:p>
        </p:txBody>
      </p:sp>
      <p:sp>
        <p:nvSpPr>
          <p:cNvPr id="67587" name="Rectangle 3">
            <a:extLst>
              <a:ext uri="{FF2B5EF4-FFF2-40B4-BE49-F238E27FC236}">
                <a16:creationId xmlns:a16="http://schemas.microsoft.com/office/drawing/2014/main" id="{F4971D5F-BD7D-5B5E-813C-0A5B0183E936}"/>
              </a:ext>
            </a:extLst>
          </p:cNvPr>
          <p:cNvSpPr txBox="1">
            <a:spLocks noGrp="1" noChangeArrowheads="1"/>
          </p:cNvSpPr>
          <p:nvPr>
            <p:ph type="body" idx="1"/>
          </p:nvPr>
        </p:nvSpPr>
        <p:spPr>
          <a:xfrm>
            <a:off x="457200" y="1609725"/>
            <a:ext cx="8229600" cy="4525963"/>
          </a:xfrm>
        </p:spPr>
        <p:txBody>
          <a:bodyPr>
            <a:normAutofit fontScale="85000" lnSpcReduction="20000"/>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 abstract class cannot be instantiated, but other classes are derived from it.</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Abstract class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serves as a superclass for other classes.</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abstract class represents the generic or abstract form of all the classes that are derived from it.</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 class becomes abstract when you place the abstract key word in the class definition.</a:t>
            </a:r>
            <a:b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br>
            <a:endParaRPr lang="en-US" altLang="en-US">
              <a:solidFill>
                <a:srgbClr val="000000"/>
              </a:solidFill>
              <a:latin typeface="Arial" panose="020B0604020202020204" pitchFamily="34" charset="0"/>
              <a:cs typeface="Arial" panose="020B0604020202020204" pitchFamily="34" charset="0"/>
              <a:sym typeface="Arial" panose="020B0604020202020204" pitchFamily="34" charset="0"/>
            </a:endParaRPr>
          </a:p>
          <a:p>
            <a:pPr marL="488950" lvl="1" indent="415925"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public </a:t>
            </a:r>
            <a:r>
              <a:rPr lang="en-US" altLang="en-US" sz="2000" b="1" i="1">
                <a:solidFill>
                  <a:srgbClr val="000000"/>
                </a:solidFill>
                <a:latin typeface="Courier New" panose="02070309020205020404" pitchFamily="49" charset="0"/>
                <a:cs typeface="Arial" panose="020B0604020202020204" pitchFamily="34" charset="0"/>
                <a:sym typeface="Arial" panose="020B0604020202020204" pitchFamily="34" charset="0"/>
              </a:rPr>
              <a:t>abstract</a:t>
            </a: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 class ClassName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7B5C7959-603F-AAC4-4A78-31C9594CFF1C}"/>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Abstract Methods (1 of 2)</a:t>
            </a:r>
          </a:p>
        </p:txBody>
      </p:sp>
      <p:sp>
        <p:nvSpPr>
          <p:cNvPr id="63492" name="Rectangle 3">
            <a:extLst>
              <a:ext uri="{FF2B5EF4-FFF2-40B4-BE49-F238E27FC236}">
                <a16:creationId xmlns:a16="http://schemas.microsoft.com/office/drawing/2014/main" id="{3A0382B6-BE67-090D-3D40-CF29F41CBA26}"/>
              </a:ext>
            </a:extLst>
          </p:cNvPr>
          <p:cNvSpPr>
            <a:spLocks noGrp="1" noChangeArrowheads="1"/>
          </p:cNvSpPr>
          <p:nvPr>
            <p:ph type="body" idx="1"/>
          </p:nvPr>
        </p:nvSpPr>
        <p:spPr>
          <a:xfrm>
            <a:off x="457200" y="1609725"/>
            <a:ext cx="8229600" cy="4525963"/>
          </a:xfrm>
        </p:spPr>
        <p:txBody>
          <a:bodyPr>
            <a:normAutofit fontScale="92500" lnSpcReduction="10000"/>
          </a:bodyPr>
          <a:lstStyle/>
          <a:p>
            <a:pPr marL="488950" indent="-387350" eaLnBrk="1" hangingPunct="1">
              <a:defRPr/>
            </a:pPr>
            <a:r>
              <a:rPr lang="en-US" altLang="en-US" dirty="0"/>
              <a:t>An abstract method has no body and must be overridden in a subclass.</a:t>
            </a:r>
          </a:p>
          <a:p>
            <a:pPr marL="488950" indent="-387350" eaLnBrk="1" hangingPunct="1">
              <a:defRPr/>
            </a:pPr>
            <a:r>
              <a:rPr lang="en-US" altLang="en-US" dirty="0"/>
              <a:t>An </a:t>
            </a:r>
            <a:r>
              <a:rPr lang="en-US" altLang="en-US" i="1" dirty="0"/>
              <a:t>abstract method </a:t>
            </a:r>
            <a:r>
              <a:rPr lang="en-US" altLang="en-US" dirty="0"/>
              <a:t>is a method that appears in a superclass, but expects to be overridden in a subclass.</a:t>
            </a:r>
          </a:p>
          <a:p>
            <a:pPr marL="488950" indent="-387350" eaLnBrk="1" hangingPunct="1">
              <a:defRPr/>
            </a:pPr>
            <a:r>
              <a:rPr lang="en-US" altLang="en-US" dirty="0"/>
              <a:t>An abstract method has only a header and no body.</a:t>
            </a:r>
          </a:p>
          <a:p>
            <a:pPr marL="1295400" lvl="1" indent="-407988" eaLnBrk="1" hangingPunct="1">
              <a:buFontTx/>
              <a:buNone/>
              <a:defRPr/>
            </a:pPr>
            <a:r>
              <a:rPr lang="en-US" altLang="en-US" sz="2000" b="1" dirty="0" err="1">
                <a:latin typeface="Courier New" panose="02070309020205020404" pitchFamily="49" charset="0"/>
              </a:rPr>
              <a:t>AccessSpecifier</a:t>
            </a:r>
            <a:r>
              <a:rPr lang="en-US" altLang="en-US" sz="2000" b="1" dirty="0">
                <a:latin typeface="Courier New" panose="02070309020205020404" pitchFamily="49" charset="0"/>
              </a:rPr>
              <a:t> </a:t>
            </a:r>
            <a:r>
              <a:rPr lang="en-US" altLang="en-US" sz="2000" b="1" i="1" dirty="0">
                <a:latin typeface="Courier New" panose="02070309020205020404" pitchFamily="49" charset="0"/>
              </a:rPr>
              <a:t>abstract</a:t>
            </a:r>
            <a:r>
              <a:rPr lang="en-US" altLang="en-US" sz="2000" b="1" dirty="0">
                <a:latin typeface="Courier New" panose="02070309020205020404" pitchFamily="49" charset="0"/>
              </a:rPr>
              <a:t> </a:t>
            </a:r>
            <a:r>
              <a:rPr lang="en-US" altLang="en-US" sz="2000" b="1" dirty="0" err="1">
                <a:latin typeface="Courier New" panose="02070309020205020404" pitchFamily="49" charset="0"/>
              </a:rPr>
              <a:t>ReturnType</a:t>
            </a:r>
            <a:r>
              <a:rPr lang="en-US" altLang="en-US" sz="2000" b="1" dirty="0">
                <a:latin typeface="Courier New" panose="02070309020205020404" pitchFamily="49" charset="0"/>
              </a:rPr>
              <a:t> </a:t>
            </a:r>
            <a:r>
              <a:rPr lang="en-US" altLang="en-US" sz="2000" b="1" dirty="0" err="1">
                <a:latin typeface="Courier New" panose="02070309020205020404" pitchFamily="49" charset="0"/>
              </a:rPr>
              <a:t>MethodName</a:t>
            </a:r>
            <a:r>
              <a:rPr lang="en-US" altLang="en-US" sz="2000" b="1" dirty="0">
                <a:latin typeface="Courier New" panose="02070309020205020404" pitchFamily="49" charset="0"/>
              </a:rPr>
              <a:t>(</a:t>
            </a:r>
            <a:r>
              <a:rPr lang="en-US" altLang="en-US" sz="2000" b="1" dirty="0" err="1">
                <a:latin typeface="Courier New" panose="02070309020205020404" pitchFamily="49" charset="0"/>
              </a:rPr>
              <a:t>ParameterList</a:t>
            </a:r>
            <a:r>
              <a:rPr lang="en-US" altLang="en-US" sz="2000" b="1" dirty="0">
                <a:latin typeface="Courier New" panose="02070309020205020404" pitchFamily="49" charset="0"/>
              </a:rPr>
              <a:t>);</a:t>
            </a:r>
          </a:p>
          <a:p>
            <a:pPr marL="488950" indent="-387350" eaLnBrk="1" hangingPunct="1">
              <a:defRPr/>
            </a:pPr>
            <a:r>
              <a:rPr lang="en-US" altLang="en-US" dirty="0"/>
              <a:t>Example: </a:t>
            </a:r>
          </a:p>
          <a:p>
            <a:pPr marL="887413" lvl="1" indent="-398463" eaLnBrk="1" hangingPunct="1">
              <a:defRPr/>
            </a:pPr>
            <a:r>
              <a:rPr lang="en-US" altLang="en-US" sz="2000" dirty="0">
                <a:hlinkClick r:id="rId3" action="ppaction://hlinkfile"/>
              </a:rPr>
              <a:t>Student.java</a:t>
            </a:r>
            <a:r>
              <a:rPr lang="en-US" altLang="en-US" sz="2000" dirty="0"/>
              <a:t>, </a:t>
            </a:r>
            <a:r>
              <a:rPr lang="en-US" altLang="en-US" sz="2000" dirty="0">
                <a:hlinkClick r:id="rId4" action="ppaction://hlinkfile"/>
              </a:rPr>
              <a:t>CompSciStudent.java</a:t>
            </a:r>
            <a:r>
              <a:rPr lang="en-US" altLang="en-US" sz="2000" dirty="0"/>
              <a:t>, </a:t>
            </a:r>
            <a:r>
              <a:rPr lang="en-US" altLang="en-US" sz="2000" dirty="0">
                <a:hlinkClick r:id="rId5" action="ppaction://hlinkfile"/>
              </a:rPr>
              <a:t>CompSciStudentDemo.java</a:t>
            </a:r>
            <a:endParaRPr lang="en-US" alt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E143C3F-782A-A22A-E545-34FD086C9A0F}"/>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Abstract Methods (2 of 2)</a:t>
            </a:r>
          </a:p>
        </p:txBody>
      </p:sp>
      <p:sp>
        <p:nvSpPr>
          <p:cNvPr id="71683" name="Rectangle 3">
            <a:extLst>
              <a:ext uri="{FF2B5EF4-FFF2-40B4-BE49-F238E27FC236}">
                <a16:creationId xmlns:a16="http://schemas.microsoft.com/office/drawing/2014/main" id="{378705E5-11F8-B70F-D35A-5C26222C1DD5}"/>
              </a:ext>
            </a:extLst>
          </p:cNvPr>
          <p:cNvSpPr txBox="1">
            <a:spLocks noGrp="1" noChangeArrowheads="1"/>
          </p:cNvSpPr>
          <p:nvPr>
            <p:ph type="body" idx="1"/>
          </p:nvPr>
        </p:nvSpPr>
        <p:spPr>
          <a:xfrm>
            <a:off x="457200" y="1636713"/>
            <a:ext cx="8229600" cy="4525962"/>
          </a:xfrm>
        </p:spPr>
        <p:txBody>
          <a:bodyPr>
            <a:normAutofit fontScale="92500" lnSpcReduction="20000"/>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Notice that the key word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abstract</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appears in the header, and that the header ends with a semicolon.</a:t>
            </a:r>
            <a:b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br>
            <a:r>
              <a:rPr lang="en-US" altLang="en-US">
                <a:solidFill>
                  <a:srgbClr val="000000"/>
                </a:solidFill>
                <a:latin typeface="Minion-Regular" charset="0"/>
                <a:cs typeface="Arial" panose="020B0604020202020204" pitchFamily="34" charset="0"/>
                <a:sym typeface="Arial" panose="020B0604020202020204" pitchFamily="34" charset="0"/>
              </a:rPr>
              <a:t> </a:t>
            </a:r>
          </a:p>
          <a:p>
            <a:pPr lvl="1" indent="153988" eaLnBrk="1" hangingPunct="1">
              <a:buSzTx/>
              <a:buFontTx/>
              <a:buNone/>
            </a:pPr>
            <a:r>
              <a:rPr lang="en-US" altLang="en-US" sz="2000" b="1">
                <a:solidFill>
                  <a:srgbClr val="000000"/>
                </a:solidFill>
                <a:latin typeface="Courier New" panose="02070309020205020404" pitchFamily="49" charset="0"/>
                <a:cs typeface="Arial" panose="020B0604020202020204" pitchFamily="34" charset="0"/>
                <a:sym typeface="Arial" panose="020B0604020202020204" pitchFamily="34" charset="0"/>
              </a:rPr>
              <a:t>public abstract void setValue(int value);</a:t>
            </a:r>
            <a:br>
              <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rPr>
            </a:br>
            <a:endParaRPr lang="en-US" altLang="en-US" sz="1800" b="1">
              <a:solidFill>
                <a:srgbClr val="000000"/>
              </a:solidFill>
              <a:latin typeface="Courier New" panose="02070309020205020404" pitchFamily="49" charset="0"/>
              <a:cs typeface="Arial" panose="020B0604020202020204" pitchFamily="34" charset="0"/>
              <a:sym typeface="Arial" panose="020B0604020202020204" pitchFamily="34" charset="0"/>
            </a:endParaRP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Any class that contains an abstract method is automatically abstract.</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If a subclass fails to override an abstract method, a compiler error will result.</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Abstract methods are used to ensure that a subclass implements the method.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50D041FA-CBB7-B3C6-4DA3-5D77AC1D7BD5}"/>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Interfaces (1 of 3)</a:t>
            </a:r>
          </a:p>
        </p:txBody>
      </p:sp>
      <p:sp>
        <p:nvSpPr>
          <p:cNvPr id="73731" name="Rectangle 3">
            <a:extLst>
              <a:ext uri="{FF2B5EF4-FFF2-40B4-BE49-F238E27FC236}">
                <a16:creationId xmlns:a16="http://schemas.microsoft.com/office/drawing/2014/main" id="{9E32E4B5-46EA-5F67-27C9-5E962E2FC452}"/>
              </a:ext>
            </a:extLst>
          </p:cNvPr>
          <p:cNvSpPr txBox="1">
            <a:spLocks noGrp="1" noChangeArrowheads="1"/>
          </p:cNvSpPr>
          <p:nvPr>
            <p:ph type="body" idx="1"/>
          </p:nvPr>
        </p:nvSpPr>
        <p:spPr>
          <a:xfrm>
            <a:off x="457200" y="1646238"/>
            <a:ext cx="8229600" cy="4525962"/>
          </a:xfrm>
        </p:spPr>
        <p:txBody>
          <a:bodyPr/>
          <a:lstStyle/>
          <a:p>
            <a:pPr marL="488950" indent="-387350"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An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interface </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is similar to an abstract class that has all abstract methods.</a:t>
            </a:r>
          </a:p>
          <a:p>
            <a:pPr marL="887413" lvl="1" indent="-398463" eaLnBrk="1" hangingPunct="1">
              <a:lnSpc>
                <a:spcPct val="90000"/>
              </a:lnSpc>
              <a:buSzTx/>
              <a:buFontTx/>
              <a:buChar char="–"/>
            </a:pPr>
            <a:r>
              <a:rPr lang="en-US" altLang="en-US" sz="1800">
                <a:solidFill>
                  <a:srgbClr val="000000"/>
                </a:solidFill>
                <a:latin typeface="Arial" panose="020B0604020202020204" pitchFamily="34" charset="0"/>
                <a:cs typeface="Arial" panose="020B0604020202020204" pitchFamily="34" charset="0"/>
                <a:sym typeface="Arial" panose="020B0604020202020204" pitchFamily="34" charset="0"/>
              </a:rPr>
              <a:t>It cannot be instantiated, and</a:t>
            </a:r>
          </a:p>
          <a:p>
            <a:pPr marL="887413" lvl="1" indent="-398463" eaLnBrk="1" hangingPunct="1">
              <a:lnSpc>
                <a:spcPct val="90000"/>
              </a:lnSpc>
              <a:buSzTx/>
              <a:buFontTx/>
              <a:buChar char="–"/>
            </a:pPr>
            <a:r>
              <a:rPr lang="en-US" altLang="en-US" sz="1800">
                <a:solidFill>
                  <a:srgbClr val="000000"/>
                </a:solidFill>
                <a:latin typeface="Arial" panose="020B0604020202020204" pitchFamily="34" charset="0"/>
                <a:cs typeface="Arial" panose="020B0604020202020204" pitchFamily="34" charset="0"/>
                <a:sym typeface="Arial" panose="020B0604020202020204" pitchFamily="34" charset="0"/>
              </a:rPr>
              <a:t>all of the methods listed in an interface must be written elsewhere.</a:t>
            </a:r>
          </a:p>
          <a:p>
            <a:pPr marL="488950" indent="-387350"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The purpose of an interface is to specify behavior for other classes.</a:t>
            </a:r>
          </a:p>
          <a:p>
            <a:pPr marL="488950" indent="-387350"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It is often said that an interface is like a “contract,” and when a class implements an interface it must adhere to the contract. </a:t>
            </a:r>
          </a:p>
          <a:p>
            <a:pPr marL="488950" indent="-387350"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An interface looks similar to a class, except:</a:t>
            </a:r>
          </a:p>
          <a:p>
            <a:pPr marL="887413" lvl="1" indent="-398463" eaLnBrk="1" hangingPunct="1">
              <a:lnSpc>
                <a:spcPct val="90000"/>
              </a:lnSpc>
              <a:buSzTx/>
              <a:buFontTx/>
              <a:buChar char="–"/>
            </a:pPr>
            <a:r>
              <a:rPr lang="en-US" altLang="en-US" sz="1800">
                <a:solidFill>
                  <a:srgbClr val="000000"/>
                </a:solidFill>
                <a:latin typeface="Arial" panose="020B0604020202020204" pitchFamily="34" charset="0"/>
                <a:cs typeface="Arial" panose="020B0604020202020204" pitchFamily="34" charset="0"/>
                <a:sym typeface="Arial" panose="020B0604020202020204" pitchFamily="34" charset="0"/>
              </a:rPr>
              <a:t>the keyword </a:t>
            </a:r>
            <a:r>
              <a:rPr lang="en-US" altLang="en-US" sz="1800">
                <a:solidFill>
                  <a:srgbClr val="000000"/>
                </a:solidFill>
                <a:latin typeface="Courier New" panose="02070309020205020404" pitchFamily="49" charset="0"/>
                <a:cs typeface="Arial" panose="020B0604020202020204" pitchFamily="34" charset="0"/>
                <a:sym typeface="Arial" panose="020B0604020202020204" pitchFamily="34" charset="0"/>
              </a:rPr>
              <a:t>interface</a:t>
            </a:r>
            <a:r>
              <a:rPr lang="en-US" altLang="en-US" sz="1800">
                <a:solidFill>
                  <a:srgbClr val="000000"/>
                </a:solidFill>
                <a:latin typeface="Arial" panose="020B0604020202020204" pitchFamily="34" charset="0"/>
                <a:cs typeface="Arial" panose="020B0604020202020204" pitchFamily="34" charset="0"/>
                <a:sym typeface="Arial" panose="020B0604020202020204" pitchFamily="34" charset="0"/>
              </a:rPr>
              <a:t> is used instead of the keyword </a:t>
            </a:r>
            <a:r>
              <a:rPr lang="en-US" altLang="en-US" sz="1800">
                <a:solidFill>
                  <a:srgbClr val="000000"/>
                </a:solidFill>
                <a:latin typeface="Courier New" panose="02070309020205020404" pitchFamily="49" charset="0"/>
                <a:cs typeface="Arial" panose="020B0604020202020204" pitchFamily="34" charset="0"/>
                <a:sym typeface="Arial" panose="020B0604020202020204" pitchFamily="34" charset="0"/>
              </a:rPr>
              <a:t>class</a:t>
            </a:r>
            <a:r>
              <a:rPr lang="en-US" altLang="en-US" sz="1800">
                <a:solidFill>
                  <a:srgbClr val="000000"/>
                </a:solidFill>
                <a:latin typeface="Arial" panose="020B0604020202020204" pitchFamily="34" charset="0"/>
                <a:cs typeface="Arial" panose="020B0604020202020204" pitchFamily="34" charset="0"/>
                <a:sym typeface="Arial" panose="020B0604020202020204" pitchFamily="34" charset="0"/>
              </a:rPr>
              <a:t>, and</a:t>
            </a:r>
          </a:p>
          <a:p>
            <a:pPr marL="887413" lvl="1" indent="-398463" eaLnBrk="1" hangingPunct="1">
              <a:lnSpc>
                <a:spcPct val="90000"/>
              </a:lnSpc>
              <a:buSzTx/>
              <a:buFontTx/>
              <a:buChar char="–"/>
            </a:pPr>
            <a:r>
              <a:rPr lang="en-US" altLang="en-US" sz="1800">
                <a:solidFill>
                  <a:srgbClr val="000000"/>
                </a:solidFill>
                <a:latin typeface="Arial" panose="020B0604020202020204" pitchFamily="34" charset="0"/>
                <a:cs typeface="Arial" panose="020B0604020202020204" pitchFamily="34" charset="0"/>
                <a:sym typeface="Arial" panose="020B0604020202020204" pitchFamily="34" charset="0"/>
              </a:rPr>
              <a:t>the methods that are specified in an interface have no bodies, only headers that are terminated by semicolons.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9CE5AF65-6E8D-86F2-6D3D-1DB699688EB7}"/>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Interfaces (2 of 3)</a:t>
            </a:r>
          </a:p>
        </p:txBody>
      </p:sp>
      <p:sp>
        <p:nvSpPr>
          <p:cNvPr id="69636" name="Rectangle 3">
            <a:extLst>
              <a:ext uri="{FF2B5EF4-FFF2-40B4-BE49-F238E27FC236}">
                <a16:creationId xmlns:a16="http://schemas.microsoft.com/office/drawing/2014/main" id="{EC797443-1D31-D56B-ED59-C52D92656FAD}"/>
              </a:ext>
            </a:extLst>
          </p:cNvPr>
          <p:cNvSpPr>
            <a:spLocks noGrp="1" noChangeArrowheads="1"/>
          </p:cNvSpPr>
          <p:nvPr>
            <p:ph type="body" idx="1"/>
          </p:nvPr>
        </p:nvSpPr>
        <p:spPr>
          <a:xfrm>
            <a:off x="457200" y="1617663"/>
            <a:ext cx="8229600" cy="4525962"/>
          </a:xfrm>
        </p:spPr>
        <p:txBody>
          <a:bodyPr>
            <a:normAutofit fontScale="92500" lnSpcReduction="20000"/>
          </a:bodyPr>
          <a:lstStyle/>
          <a:p>
            <a:pPr marL="488950" indent="-387350" eaLnBrk="1" hangingPunct="1">
              <a:defRPr/>
            </a:pPr>
            <a:r>
              <a:rPr lang="en-US" altLang="en-US" dirty="0"/>
              <a:t>The general format of an interface definition:</a:t>
            </a:r>
            <a:br>
              <a:rPr lang="en-US" altLang="en-US" dirty="0"/>
            </a:br>
            <a:endParaRPr lang="en-US" altLang="en-US" dirty="0"/>
          </a:p>
          <a:p>
            <a:pPr lvl="1" indent="153988" eaLnBrk="1" hangingPunct="1">
              <a:buFontTx/>
              <a:buNone/>
              <a:defRPr/>
            </a:pPr>
            <a:r>
              <a:rPr lang="en-US" altLang="en-US" sz="2000" b="1" dirty="0">
                <a:latin typeface="Courier New" panose="02070309020205020404" pitchFamily="49" charset="0"/>
              </a:rPr>
              <a:t>public interface </a:t>
            </a:r>
            <a:r>
              <a:rPr lang="en-US" altLang="en-US" sz="2000" b="1" i="1" dirty="0" err="1">
                <a:latin typeface="Courier New" panose="02070309020205020404" pitchFamily="49" charset="0"/>
              </a:rPr>
              <a:t>InterfaceName</a:t>
            </a:r>
            <a:endParaRPr lang="en-US" altLang="en-US" sz="2000" b="1" i="1" dirty="0">
              <a:latin typeface="Courier New" panose="02070309020205020404" pitchFamily="49" charset="0"/>
            </a:endParaRPr>
          </a:p>
          <a:p>
            <a:pPr lvl="1" indent="153988" eaLnBrk="1" hangingPunct="1">
              <a:buFontTx/>
              <a:buNone/>
              <a:defRPr/>
            </a:pPr>
            <a:r>
              <a:rPr lang="en-US" altLang="en-US" sz="2000" b="1" dirty="0">
                <a:latin typeface="Courier New" panose="02070309020205020404" pitchFamily="49" charset="0"/>
              </a:rPr>
              <a:t>{</a:t>
            </a:r>
          </a:p>
          <a:p>
            <a:pPr lvl="1" indent="153988" eaLnBrk="1" hangingPunct="1">
              <a:buFontTx/>
              <a:buNone/>
              <a:defRPr/>
            </a:pPr>
            <a:r>
              <a:rPr lang="en-US" altLang="en-US" sz="2000" b="1" i="1" dirty="0">
                <a:latin typeface="Courier New" panose="02070309020205020404" pitchFamily="49" charset="0"/>
              </a:rPr>
              <a:t>  (Method headers...)</a:t>
            </a:r>
          </a:p>
          <a:p>
            <a:pPr lvl="1" indent="153988" eaLnBrk="1" hangingPunct="1">
              <a:buFontTx/>
              <a:buNone/>
              <a:defRPr/>
            </a:pPr>
            <a:r>
              <a:rPr lang="en-US" altLang="en-US" sz="2000" b="1" dirty="0">
                <a:latin typeface="Courier New" panose="02070309020205020404" pitchFamily="49" charset="0"/>
              </a:rPr>
              <a:t>}</a:t>
            </a:r>
          </a:p>
          <a:p>
            <a:pPr lvl="1" eaLnBrk="1" hangingPunct="1">
              <a:buFontTx/>
              <a:buNone/>
              <a:defRPr/>
            </a:pPr>
            <a:endParaRPr lang="en-US" altLang="en-US" sz="2000" b="1" dirty="0">
              <a:latin typeface="Courier New" panose="02070309020205020404" pitchFamily="49" charset="0"/>
            </a:endParaRPr>
          </a:p>
          <a:p>
            <a:pPr marL="488950" indent="-387350" eaLnBrk="1" hangingPunct="1">
              <a:defRPr/>
            </a:pPr>
            <a:r>
              <a:rPr lang="en-US" altLang="en-US" dirty="0"/>
              <a:t>All methods specified by an interface are public by default.</a:t>
            </a:r>
          </a:p>
          <a:p>
            <a:pPr marL="488950" indent="-387350" eaLnBrk="1" hangingPunct="1">
              <a:defRPr/>
            </a:pPr>
            <a:r>
              <a:rPr lang="en-US" altLang="en-US" dirty="0"/>
              <a:t>A class can implement one or more interfaces.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F3264FBF-EC2D-7D39-05A4-5DE82CEFE77D}"/>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Interfaces (3 of 3)</a:t>
            </a:r>
          </a:p>
        </p:txBody>
      </p:sp>
      <p:sp>
        <p:nvSpPr>
          <p:cNvPr id="71684" name="Rectangle 3">
            <a:extLst>
              <a:ext uri="{FF2B5EF4-FFF2-40B4-BE49-F238E27FC236}">
                <a16:creationId xmlns:a16="http://schemas.microsoft.com/office/drawing/2014/main" id="{945ED3D1-C932-0231-53F7-2C5B9EA0E3AD}"/>
              </a:ext>
            </a:extLst>
          </p:cNvPr>
          <p:cNvSpPr>
            <a:spLocks noGrp="1" noChangeArrowheads="1"/>
          </p:cNvSpPr>
          <p:nvPr>
            <p:ph type="body" idx="1"/>
          </p:nvPr>
        </p:nvSpPr>
        <p:spPr/>
        <p:txBody>
          <a:bodyPr>
            <a:normAutofit lnSpcReduction="10000"/>
          </a:bodyPr>
          <a:lstStyle/>
          <a:p>
            <a:pPr marL="488950" indent="-387350" eaLnBrk="1" hangingPunct="1">
              <a:defRPr/>
            </a:pPr>
            <a:r>
              <a:rPr lang="en-US" altLang="en-US" sz="2800" dirty="0"/>
              <a:t>If a class implements an interface, it uses the </a:t>
            </a:r>
            <a:r>
              <a:rPr lang="en-US" altLang="en-US" sz="2800" dirty="0">
                <a:latin typeface="Courier New" panose="02070309020205020404" pitchFamily="49" charset="0"/>
              </a:rPr>
              <a:t>implements</a:t>
            </a:r>
            <a:r>
              <a:rPr lang="en-US" altLang="en-US" sz="2800" dirty="0"/>
              <a:t> keyword in the class header.</a:t>
            </a:r>
          </a:p>
          <a:p>
            <a:pPr marL="1295400" indent="-398463" eaLnBrk="1" hangingPunct="1">
              <a:buFont typeface="Arial"/>
              <a:buNone/>
              <a:defRPr/>
            </a:pPr>
            <a:r>
              <a:rPr lang="en-US" altLang="en-US" b="1" dirty="0">
                <a:latin typeface="Courier New" panose="02070309020205020404" pitchFamily="49" charset="0"/>
              </a:rPr>
              <a:t>public class FinalExam3 extends </a:t>
            </a:r>
            <a:r>
              <a:rPr lang="en-US" altLang="en-US" b="1" dirty="0" err="1">
                <a:latin typeface="Courier New" panose="02070309020205020404" pitchFamily="49" charset="0"/>
              </a:rPr>
              <a:t>GradedActivity</a:t>
            </a:r>
            <a:r>
              <a:rPr lang="en-US" altLang="en-US" b="1" dirty="0">
                <a:latin typeface="Courier New" panose="02070309020205020404" pitchFamily="49" charset="0"/>
              </a:rPr>
              <a:t> implements Relatable</a:t>
            </a:r>
          </a:p>
          <a:p>
            <a:pPr marL="488950" indent="-387350" eaLnBrk="1" hangingPunct="1">
              <a:defRPr/>
            </a:pPr>
            <a:r>
              <a:rPr lang="en-US" altLang="en-US" sz="2800" dirty="0"/>
              <a:t>Example:</a:t>
            </a:r>
          </a:p>
          <a:p>
            <a:pPr marL="887413" lvl="1" indent="-398463" eaLnBrk="1" hangingPunct="1">
              <a:defRPr/>
            </a:pPr>
            <a:r>
              <a:rPr lang="en-US" altLang="en-US" sz="2400" dirty="0">
                <a:hlinkClick r:id="rId3" action="ppaction://hlinkfile"/>
              </a:rPr>
              <a:t>GradedActivity.java</a:t>
            </a:r>
            <a:endParaRPr lang="en-US" altLang="en-US" sz="2400" dirty="0"/>
          </a:p>
          <a:p>
            <a:pPr marL="887413" lvl="1" indent="-398463" eaLnBrk="1" hangingPunct="1">
              <a:defRPr/>
            </a:pPr>
            <a:r>
              <a:rPr lang="en-US" altLang="en-US" sz="2400" dirty="0">
                <a:hlinkClick r:id="rId4" action="ppaction://hlinkfile"/>
              </a:rPr>
              <a:t>Relatable.java</a:t>
            </a:r>
            <a:endParaRPr lang="en-US" altLang="en-US" sz="2400" dirty="0"/>
          </a:p>
          <a:p>
            <a:pPr marL="887413" lvl="1" indent="-398463" eaLnBrk="1" hangingPunct="1">
              <a:defRPr/>
            </a:pPr>
            <a:r>
              <a:rPr lang="en-US" altLang="en-US" sz="2400" dirty="0">
                <a:hlinkClick r:id="rId5" action="ppaction://hlinkfile"/>
              </a:rPr>
              <a:t>FinalExam3.java</a:t>
            </a:r>
            <a:endParaRPr lang="en-US" altLang="en-US" sz="2400" dirty="0"/>
          </a:p>
          <a:p>
            <a:pPr marL="887413" lvl="1" indent="-398463" eaLnBrk="1" hangingPunct="1">
              <a:defRPr/>
            </a:pPr>
            <a:r>
              <a:rPr lang="en-US" altLang="en-US" sz="2400" dirty="0">
                <a:hlinkClick r:id="rId6" action="ppaction://hlinkfile"/>
              </a:rPr>
              <a:t>InterfaceDemo.java</a:t>
            </a:r>
            <a:endParaRPr lang="en-US" alt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5D0965E9-6044-A705-0799-1879B9BE4726}"/>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Fields in Interfaces</a:t>
            </a:r>
          </a:p>
        </p:txBody>
      </p:sp>
      <p:sp>
        <p:nvSpPr>
          <p:cNvPr id="73732" name="Rectangle 3">
            <a:extLst>
              <a:ext uri="{FF2B5EF4-FFF2-40B4-BE49-F238E27FC236}">
                <a16:creationId xmlns:a16="http://schemas.microsoft.com/office/drawing/2014/main" id="{ECAFD065-A4E2-29C4-92C3-BB98BD849FE8}"/>
              </a:ext>
            </a:extLst>
          </p:cNvPr>
          <p:cNvSpPr>
            <a:spLocks noGrp="1" noChangeArrowheads="1"/>
          </p:cNvSpPr>
          <p:nvPr>
            <p:ph type="body" idx="1"/>
          </p:nvPr>
        </p:nvSpPr>
        <p:spPr>
          <a:xfrm>
            <a:off x="457200" y="1654175"/>
            <a:ext cx="8229600" cy="4525963"/>
          </a:xfrm>
        </p:spPr>
        <p:txBody>
          <a:bodyPr>
            <a:normAutofit fontScale="85000" lnSpcReduction="20000"/>
          </a:bodyPr>
          <a:lstStyle/>
          <a:p>
            <a:pPr marL="488950" indent="-387350" eaLnBrk="1" hangingPunct="1">
              <a:lnSpc>
                <a:spcPct val="90000"/>
              </a:lnSpc>
              <a:defRPr/>
            </a:pPr>
            <a:r>
              <a:rPr lang="en-US" altLang="en-US" dirty="0"/>
              <a:t>An interface can contain field declarations:</a:t>
            </a:r>
          </a:p>
          <a:p>
            <a:pPr marL="887413" lvl="1" indent="-398463" eaLnBrk="1" hangingPunct="1">
              <a:lnSpc>
                <a:spcPct val="90000"/>
              </a:lnSpc>
              <a:defRPr/>
            </a:pPr>
            <a:r>
              <a:rPr lang="en-US" altLang="en-US" sz="2000" dirty="0"/>
              <a:t>all fields in an interface are treated as </a:t>
            </a:r>
            <a:r>
              <a:rPr lang="en-US" altLang="en-US" sz="2000" dirty="0">
                <a:latin typeface="Courier New" panose="02070309020205020404" pitchFamily="49" charset="0"/>
              </a:rPr>
              <a:t>final</a:t>
            </a:r>
            <a:r>
              <a:rPr lang="en-US" altLang="en-US" sz="2000" dirty="0"/>
              <a:t> and </a:t>
            </a:r>
            <a:r>
              <a:rPr lang="en-US" altLang="en-US" sz="2000" dirty="0">
                <a:latin typeface="Courier New" panose="02070309020205020404" pitchFamily="49" charset="0"/>
              </a:rPr>
              <a:t>static</a:t>
            </a:r>
            <a:r>
              <a:rPr lang="en-US" altLang="en-US" sz="2000" dirty="0"/>
              <a:t>. </a:t>
            </a:r>
          </a:p>
          <a:p>
            <a:pPr marL="488950" indent="-387350" eaLnBrk="1" hangingPunct="1">
              <a:lnSpc>
                <a:spcPct val="90000"/>
              </a:lnSpc>
              <a:defRPr/>
            </a:pPr>
            <a:r>
              <a:rPr lang="en-US" altLang="en-US" dirty="0"/>
              <a:t>Because they automatically become </a:t>
            </a:r>
            <a:r>
              <a:rPr lang="en-US" altLang="en-US" dirty="0">
                <a:latin typeface="Courier New" panose="02070309020205020404" pitchFamily="49" charset="0"/>
              </a:rPr>
              <a:t>final</a:t>
            </a:r>
            <a:r>
              <a:rPr lang="en-US" altLang="en-US" dirty="0"/>
              <a:t>, you must provide an initialization value.</a:t>
            </a:r>
          </a:p>
          <a:p>
            <a:pPr lvl="1" indent="153988" eaLnBrk="1" hangingPunct="1">
              <a:lnSpc>
                <a:spcPct val="90000"/>
              </a:lnSpc>
              <a:buFontTx/>
              <a:buNone/>
              <a:defRPr/>
            </a:pPr>
            <a:r>
              <a:rPr lang="en-US" altLang="en-US" sz="1800" b="1" dirty="0">
                <a:latin typeface="Courier New" panose="02070309020205020404" pitchFamily="49" charset="0"/>
              </a:rPr>
              <a:t>public interface Doable</a:t>
            </a:r>
          </a:p>
          <a:p>
            <a:pPr lvl="1" indent="153988" eaLnBrk="1" hangingPunct="1">
              <a:lnSpc>
                <a:spcPct val="90000"/>
              </a:lnSpc>
              <a:buFontTx/>
              <a:buNone/>
              <a:defRPr/>
            </a:pPr>
            <a:r>
              <a:rPr lang="en-US" altLang="en-US" sz="1800" b="1" dirty="0">
                <a:latin typeface="Courier New" panose="02070309020205020404" pitchFamily="49" charset="0"/>
              </a:rPr>
              <a:t>{</a:t>
            </a:r>
          </a:p>
          <a:p>
            <a:pPr lvl="1" indent="153988" eaLnBrk="1" hangingPunct="1">
              <a:lnSpc>
                <a:spcPct val="90000"/>
              </a:lnSpc>
              <a:buFontTx/>
              <a:buNone/>
              <a:defRPr/>
            </a:pPr>
            <a:r>
              <a:rPr lang="en-US" altLang="en-US" sz="1800" b="1" dirty="0">
                <a:latin typeface="Courier New" panose="02070309020205020404" pitchFamily="49" charset="0"/>
              </a:rPr>
              <a:t>  </a:t>
            </a:r>
            <a:r>
              <a:rPr lang="en-US" altLang="en-US" sz="1800" b="1" dirty="0" err="1">
                <a:latin typeface="Courier New" panose="02070309020205020404" pitchFamily="49" charset="0"/>
              </a:rPr>
              <a:t>int</a:t>
            </a:r>
            <a:r>
              <a:rPr lang="en-US" altLang="en-US" sz="1800" b="1" dirty="0">
                <a:latin typeface="Courier New" panose="02070309020205020404" pitchFamily="49" charset="0"/>
              </a:rPr>
              <a:t> FIELD1 = 1, FIELD2 = 2;</a:t>
            </a:r>
          </a:p>
          <a:p>
            <a:pPr lvl="1" indent="153988" eaLnBrk="1" hangingPunct="1">
              <a:lnSpc>
                <a:spcPct val="90000"/>
              </a:lnSpc>
              <a:buFontTx/>
              <a:buNone/>
              <a:defRPr/>
            </a:pPr>
            <a:r>
              <a:rPr lang="en-US" altLang="en-US" sz="1800" b="1" i="1" dirty="0">
                <a:latin typeface="Courier New" panose="02070309020205020404" pitchFamily="49" charset="0"/>
              </a:rPr>
              <a:t>  (Method headers...)</a:t>
            </a:r>
          </a:p>
          <a:p>
            <a:pPr lvl="1" indent="153988" eaLnBrk="1" hangingPunct="1">
              <a:lnSpc>
                <a:spcPct val="90000"/>
              </a:lnSpc>
              <a:buFontTx/>
              <a:buNone/>
              <a:defRPr/>
            </a:pPr>
            <a:r>
              <a:rPr lang="en-US" altLang="en-US" sz="1800" b="1" dirty="0">
                <a:latin typeface="Courier New" panose="02070309020205020404" pitchFamily="49" charset="0"/>
              </a:rPr>
              <a:t>}</a:t>
            </a:r>
          </a:p>
          <a:p>
            <a:pPr marL="488950" indent="-387350" eaLnBrk="1" hangingPunct="1">
              <a:lnSpc>
                <a:spcPct val="90000"/>
              </a:lnSpc>
              <a:spcBef>
                <a:spcPts val="1000"/>
              </a:spcBef>
              <a:defRPr/>
            </a:pPr>
            <a:r>
              <a:rPr lang="en-US" altLang="en-US" dirty="0"/>
              <a:t>In this interface,</a:t>
            </a:r>
            <a:r>
              <a:rPr lang="en-US" altLang="en-US" dirty="0">
                <a:latin typeface="Minion-Regular" charset="0"/>
              </a:rPr>
              <a:t> </a:t>
            </a:r>
            <a:r>
              <a:rPr lang="en-US" altLang="en-US" dirty="0">
                <a:latin typeface="Courier New" panose="02070309020205020404" pitchFamily="49" charset="0"/>
              </a:rPr>
              <a:t>FIELD1</a:t>
            </a:r>
            <a:r>
              <a:rPr lang="en-US" altLang="en-US" dirty="0"/>
              <a:t> and </a:t>
            </a:r>
            <a:r>
              <a:rPr lang="en-US" altLang="en-US" dirty="0">
                <a:latin typeface="Courier New" panose="02070309020205020404" pitchFamily="49" charset="0"/>
              </a:rPr>
              <a:t>FIELD2</a:t>
            </a:r>
            <a:r>
              <a:rPr lang="en-US" altLang="en-US" dirty="0"/>
              <a:t> are </a:t>
            </a:r>
            <a:r>
              <a:rPr lang="en-US" altLang="en-US" dirty="0">
                <a:latin typeface="Courier New" panose="02070309020205020404" pitchFamily="49" charset="0"/>
              </a:rPr>
              <a:t>final static </a:t>
            </a:r>
            <a:r>
              <a:rPr lang="en-US" altLang="en-US" dirty="0" err="1">
                <a:latin typeface="Courier New" panose="02070309020205020404" pitchFamily="49" charset="0"/>
              </a:rPr>
              <a:t>int</a:t>
            </a:r>
            <a:r>
              <a:rPr lang="en-US" altLang="en-US" dirty="0"/>
              <a:t> variables.</a:t>
            </a:r>
            <a:r>
              <a:rPr lang="en-US" altLang="en-US" dirty="0">
                <a:latin typeface="Minion-Regular" charset="0"/>
              </a:rPr>
              <a:t> </a:t>
            </a:r>
          </a:p>
          <a:p>
            <a:pPr marL="488950" indent="-387350" eaLnBrk="1" hangingPunct="1">
              <a:lnSpc>
                <a:spcPct val="90000"/>
              </a:lnSpc>
              <a:spcBef>
                <a:spcPts val="1000"/>
              </a:spcBef>
              <a:defRPr/>
            </a:pPr>
            <a:r>
              <a:rPr lang="en-US" altLang="en-US" dirty="0"/>
              <a:t>Any class that implements this interface has access to these variables.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9BC3D146-3B9C-6B50-9C15-FA3BD6F608A6}"/>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Implementing Multiple Interfaces</a:t>
            </a:r>
          </a:p>
        </p:txBody>
      </p:sp>
      <p:sp>
        <p:nvSpPr>
          <p:cNvPr id="75780" name="Rectangle 3">
            <a:extLst>
              <a:ext uri="{FF2B5EF4-FFF2-40B4-BE49-F238E27FC236}">
                <a16:creationId xmlns:a16="http://schemas.microsoft.com/office/drawing/2014/main" id="{F2EC8BEC-54B0-B5BD-094D-823660849CE3}"/>
              </a:ext>
            </a:extLst>
          </p:cNvPr>
          <p:cNvSpPr>
            <a:spLocks noGrp="1" noChangeArrowheads="1"/>
          </p:cNvSpPr>
          <p:nvPr>
            <p:ph type="body" idx="1"/>
          </p:nvPr>
        </p:nvSpPr>
        <p:spPr>
          <a:xfrm>
            <a:off x="457200" y="1655763"/>
            <a:ext cx="8229600" cy="4525962"/>
          </a:xfrm>
        </p:spPr>
        <p:txBody>
          <a:bodyPr>
            <a:normAutofit fontScale="77500" lnSpcReduction="20000"/>
          </a:bodyPr>
          <a:lstStyle/>
          <a:p>
            <a:pPr marL="488950" indent="-387350" eaLnBrk="1" hangingPunct="1">
              <a:lnSpc>
                <a:spcPct val="90000"/>
              </a:lnSpc>
              <a:defRPr/>
            </a:pPr>
            <a:r>
              <a:rPr lang="en-US" altLang="en-US" dirty="0"/>
              <a:t>A class can be derived from only one superclass.</a:t>
            </a:r>
          </a:p>
          <a:p>
            <a:pPr marL="488950" indent="-387350" eaLnBrk="1" hangingPunct="1">
              <a:lnSpc>
                <a:spcPct val="90000"/>
              </a:lnSpc>
              <a:defRPr/>
            </a:pPr>
            <a:r>
              <a:rPr lang="en-US" altLang="en-US" dirty="0"/>
              <a:t>Java allows a class to implement multiple interfaces.</a:t>
            </a:r>
          </a:p>
          <a:p>
            <a:pPr marL="488950" indent="-387350" eaLnBrk="1" hangingPunct="1">
              <a:lnSpc>
                <a:spcPct val="90000"/>
              </a:lnSpc>
              <a:defRPr/>
            </a:pPr>
            <a:r>
              <a:rPr lang="en-US" altLang="en-US" dirty="0"/>
              <a:t>When a class implements multiple interfaces, it must provide the methods specified by all of them.</a:t>
            </a:r>
          </a:p>
          <a:p>
            <a:pPr marL="488950" indent="-387350" eaLnBrk="1" hangingPunct="1">
              <a:lnSpc>
                <a:spcPct val="90000"/>
              </a:lnSpc>
              <a:defRPr/>
            </a:pPr>
            <a:r>
              <a:rPr lang="en-US" altLang="en-US" dirty="0"/>
              <a:t>To specify multiple interfaces in a class definition, simply list the names of the interfaces, separated by commas, after the implements key word.</a:t>
            </a:r>
            <a:br>
              <a:rPr lang="en-US" altLang="en-US" dirty="0"/>
            </a:br>
            <a:endParaRPr lang="en-US" altLang="en-US" dirty="0"/>
          </a:p>
          <a:p>
            <a:pPr marL="896938" lvl="1" indent="0" eaLnBrk="1" hangingPunct="1">
              <a:lnSpc>
                <a:spcPct val="90000"/>
              </a:lnSpc>
              <a:buFontTx/>
              <a:buNone/>
              <a:defRPr/>
            </a:pPr>
            <a:r>
              <a:rPr lang="en-US" altLang="en-US" sz="2000" b="1" dirty="0">
                <a:latin typeface="Courier New" panose="02070309020205020404" pitchFamily="49" charset="0"/>
              </a:rPr>
              <a:t>public class </a:t>
            </a:r>
            <a:r>
              <a:rPr lang="en-US" altLang="en-US" sz="2000" b="1" dirty="0" err="1">
                <a:latin typeface="Courier New" panose="02070309020205020404" pitchFamily="49" charset="0"/>
              </a:rPr>
              <a:t>MyClass</a:t>
            </a:r>
            <a:r>
              <a:rPr lang="en-US" altLang="en-US" sz="2000" b="1" dirty="0">
                <a:latin typeface="Courier New" panose="02070309020205020404" pitchFamily="49" charset="0"/>
              </a:rPr>
              <a:t> implements Interface1,</a:t>
            </a:r>
          </a:p>
          <a:p>
            <a:pPr marL="488950" lvl="1" indent="-387350" eaLnBrk="1" hangingPunct="1">
              <a:lnSpc>
                <a:spcPct val="90000"/>
              </a:lnSpc>
              <a:buFontTx/>
              <a:buNone/>
              <a:defRPr/>
            </a:pPr>
            <a:r>
              <a:rPr lang="en-US" altLang="en-US" sz="2000" b="1" dirty="0">
                <a:latin typeface="Courier New" panose="02070309020205020404" pitchFamily="49" charset="0"/>
              </a:rPr>
              <a:t>                                Interface2,</a:t>
            </a:r>
          </a:p>
          <a:p>
            <a:pPr marL="488950" lvl="1" indent="-387350" eaLnBrk="1" hangingPunct="1">
              <a:lnSpc>
                <a:spcPct val="90000"/>
              </a:lnSpc>
              <a:buFontTx/>
              <a:buNone/>
              <a:defRPr/>
            </a:pPr>
            <a:r>
              <a:rPr lang="en-US" altLang="en-US" sz="2000" b="1" dirty="0">
                <a:latin typeface="Courier New" panose="02070309020205020404" pitchFamily="49" charset="0"/>
              </a:rPr>
              <a:t>                                Interface3</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87CC18D6-90EE-212E-7993-4D3B8EC63E91}"/>
              </a:ext>
            </a:extLst>
          </p:cNvPr>
          <p:cNvSpPr txBox="1">
            <a:spLocks noGrp="1" noChangeArrowheads="1"/>
          </p:cNvSpPr>
          <p:nvPr>
            <p:ph type="title"/>
          </p:nvPr>
        </p:nvSpPr>
        <p:spPr>
          <a:xfrm>
            <a:off x="457200" y="215900"/>
            <a:ext cx="8229600" cy="1096963"/>
          </a:xfrm>
        </p:spPr>
        <p:txBody>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Interfaces in UML</a:t>
            </a:r>
          </a:p>
        </p:txBody>
      </p:sp>
      <p:grpSp>
        <p:nvGrpSpPr>
          <p:cNvPr id="83971" name="Group 2">
            <a:extLst>
              <a:ext uri="{FF2B5EF4-FFF2-40B4-BE49-F238E27FC236}">
                <a16:creationId xmlns:a16="http://schemas.microsoft.com/office/drawing/2014/main" id="{22DB209A-DCAA-F646-E29B-7AA4042D915D}"/>
              </a:ext>
            </a:extLst>
          </p:cNvPr>
          <p:cNvGrpSpPr>
            <a:grpSpLocks/>
          </p:cNvGrpSpPr>
          <p:nvPr/>
        </p:nvGrpSpPr>
        <p:grpSpPr bwMode="auto">
          <a:xfrm>
            <a:off x="1217613" y="2438400"/>
            <a:ext cx="6708775" cy="2133600"/>
            <a:chOff x="1524000" y="2133600"/>
            <a:chExt cx="6707188" cy="2133600"/>
          </a:xfrm>
        </p:grpSpPr>
        <p:sp>
          <p:nvSpPr>
            <p:cNvPr id="19" name="Rectangle 3">
              <a:extLst>
                <a:ext uri="{FF2B5EF4-FFF2-40B4-BE49-F238E27FC236}">
                  <a16:creationId xmlns:a16="http://schemas.microsoft.com/office/drawing/2014/main" id="{82D7282E-DCC6-C5C3-6CA1-80F07D68411F}"/>
                </a:ext>
              </a:extLst>
            </p:cNvPr>
            <p:cNvSpPr>
              <a:spLocks noChangeArrowheads="1"/>
            </p:cNvSpPr>
            <p:nvPr/>
          </p:nvSpPr>
          <p:spPr bwMode="auto">
            <a:xfrm>
              <a:off x="1524000" y="2133600"/>
              <a:ext cx="2285459" cy="609600"/>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GradedActivity</a:t>
              </a:r>
            </a:p>
          </p:txBody>
        </p:sp>
        <p:sp>
          <p:nvSpPr>
            <p:cNvPr id="20" name="Rectangle 5">
              <a:extLst>
                <a:ext uri="{FF2B5EF4-FFF2-40B4-BE49-F238E27FC236}">
                  <a16:creationId xmlns:a16="http://schemas.microsoft.com/office/drawing/2014/main" id="{EC1E5913-75FD-2C6B-D40E-919870EAEEC8}"/>
                </a:ext>
              </a:extLst>
            </p:cNvPr>
            <p:cNvSpPr>
              <a:spLocks noChangeArrowheads="1"/>
            </p:cNvSpPr>
            <p:nvPr/>
          </p:nvSpPr>
          <p:spPr bwMode="auto">
            <a:xfrm>
              <a:off x="5029957" y="3657600"/>
              <a:ext cx="2285459" cy="609600"/>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i="1" kern="0">
                  <a:solidFill>
                    <a:srgbClr val="000000"/>
                  </a:solidFill>
                </a:rPr>
                <a:t>Relatable</a:t>
              </a:r>
            </a:p>
          </p:txBody>
        </p:sp>
        <p:sp>
          <p:nvSpPr>
            <p:cNvPr id="21" name="Rectangle 6">
              <a:extLst>
                <a:ext uri="{FF2B5EF4-FFF2-40B4-BE49-F238E27FC236}">
                  <a16:creationId xmlns:a16="http://schemas.microsoft.com/office/drawing/2014/main" id="{76486680-AE87-B7ED-AFC2-20E94D77084B}"/>
                </a:ext>
              </a:extLst>
            </p:cNvPr>
            <p:cNvSpPr>
              <a:spLocks noChangeArrowheads="1"/>
            </p:cNvSpPr>
            <p:nvPr/>
          </p:nvSpPr>
          <p:spPr bwMode="auto">
            <a:xfrm>
              <a:off x="1524000" y="3657600"/>
              <a:ext cx="2285459" cy="609600"/>
            </a:xfrm>
            <a:prstGeom prst="rect">
              <a:avLst/>
            </a:prstGeom>
            <a:solidFill>
              <a:srgbClr val="BBE0E3"/>
            </a:solidFill>
            <a:ln w="9525">
              <a:solidFill>
                <a:srgbClr val="000000"/>
              </a:solidFill>
              <a:miter lim="800000"/>
              <a:headEnd/>
              <a:tailEnd/>
            </a:ln>
          </p:spPr>
          <p:txBody>
            <a:bodyPr wrap="none" anchor="ct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algn="ctr" eaLnBrk="1" fontAlgn="auto" hangingPunct="1">
                <a:spcBef>
                  <a:spcPct val="0"/>
                </a:spcBef>
                <a:spcAft>
                  <a:spcPts val="0"/>
                </a:spcAft>
                <a:buClrTx/>
                <a:buFontTx/>
                <a:buNone/>
                <a:defRPr/>
              </a:pPr>
              <a:r>
                <a:rPr lang="en-US" altLang="en-US" sz="2400" kern="0">
                  <a:solidFill>
                    <a:srgbClr val="000000"/>
                  </a:solidFill>
                </a:rPr>
                <a:t>FinalExam3</a:t>
              </a:r>
            </a:p>
          </p:txBody>
        </p:sp>
        <p:cxnSp>
          <p:nvCxnSpPr>
            <p:cNvPr id="83975" name="AutoShape 7">
              <a:extLst>
                <a:ext uri="{FF2B5EF4-FFF2-40B4-BE49-F238E27FC236}">
                  <a16:creationId xmlns:a16="http://schemas.microsoft.com/office/drawing/2014/main" id="{1276C171-A9CA-2D9F-6C7A-3510A1CB1359}"/>
                </a:ext>
              </a:extLst>
            </p:cNvPr>
            <p:cNvCxnSpPr>
              <a:cxnSpLocks noChangeShapeType="1"/>
              <a:stCxn id="21" idx="0"/>
              <a:endCxn id="19" idx="2"/>
            </p:cNvCxnSpPr>
            <p:nvPr/>
          </p:nvCxnSpPr>
          <p:spPr bwMode="auto">
            <a:xfrm flipV="1">
              <a:off x="2667000" y="2743200"/>
              <a:ext cx="0" cy="914400"/>
            </a:xfrm>
            <a:prstGeom prst="straightConnector1">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3976" name="AutoShape 8">
              <a:extLst>
                <a:ext uri="{FF2B5EF4-FFF2-40B4-BE49-F238E27FC236}">
                  <a16:creationId xmlns:a16="http://schemas.microsoft.com/office/drawing/2014/main" id="{6917C411-DB8B-76BA-A94E-788F2A1CC073}"/>
                </a:ext>
              </a:extLst>
            </p:cNvPr>
            <p:cNvCxnSpPr>
              <a:cxnSpLocks noChangeShapeType="1"/>
              <a:stCxn id="21" idx="3"/>
              <a:endCxn id="20" idx="1"/>
            </p:cNvCxnSpPr>
            <p:nvPr/>
          </p:nvCxnSpPr>
          <p:spPr bwMode="auto">
            <a:xfrm>
              <a:off x="3810000" y="3962400"/>
              <a:ext cx="1219200" cy="0"/>
            </a:xfrm>
            <a:prstGeom prst="straightConnector1">
              <a:avLst/>
            </a:prstGeom>
            <a:noFill/>
            <a:ln w="31750">
              <a:solidFill>
                <a:srgbClr val="000000"/>
              </a:solidFill>
              <a:prstDash val="dash"/>
              <a:round/>
              <a:headEnd/>
              <a:tailEnd type="triangle" w="med" len="med"/>
            </a:ln>
            <a:extLst>
              <a:ext uri="{909E8E84-426E-40DD-AFC4-6F175D3DCCD1}">
                <a14:hiddenFill xmlns:a14="http://schemas.microsoft.com/office/drawing/2010/main">
                  <a:noFill/>
                </a14:hiddenFill>
              </a:ext>
            </a:extLst>
          </p:spPr>
        </p:cxnSp>
        <p:sp>
          <p:nvSpPr>
            <p:cNvPr id="24" name="Text Box 9">
              <a:extLst>
                <a:ext uri="{FF2B5EF4-FFF2-40B4-BE49-F238E27FC236}">
                  <a16:creationId xmlns:a16="http://schemas.microsoft.com/office/drawing/2014/main" id="{948010BA-EEEB-4D12-C527-24A67E7DEFCC}"/>
                </a:ext>
              </a:extLst>
            </p:cNvPr>
            <p:cNvSpPr txBox="1">
              <a:spLocks noChangeArrowheads="1"/>
            </p:cNvSpPr>
            <p:nvPr/>
          </p:nvSpPr>
          <p:spPr bwMode="auto">
            <a:xfrm>
              <a:off x="4953775" y="2133600"/>
              <a:ext cx="3277413" cy="9286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D885E3"/>
                </a:buClr>
                <a:buChar char="•"/>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rgbClr val="D885E3"/>
                </a:buClr>
                <a:buChar char="–"/>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rgbClr val="D885E3"/>
                </a:buClr>
                <a:buChar char="•"/>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rgbClr val="D885E3"/>
                </a:buClr>
                <a:buChar char="»"/>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rgbClr val="D885E3"/>
                </a:buClr>
                <a:buChar char="»"/>
                <a:defRPr sz="2000">
                  <a:solidFill>
                    <a:schemeClr val="tx1"/>
                  </a:solidFill>
                  <a:latin typeface="Times New Roman" panose="02020603050405020304" pitchFamily="18" charset="0"/>
                  <a:cs typeface="Arial" panose="020B0604020202020204" pitchFamily="34" charset="0"/>
                </a:defRPr>
              </a:lvl9pPr>
            </a:lstStyle>
            <a:p>
              <a:pPr eaLnBrk="1" fontAlgn="auto" hangingPunct="1">
                <a:spcBef>
                  <a:spcPct val="0"/>
                </a:spcBef>
                <a:spcAft>
                  <a:spcPts val="0"/>
                </a:spcAft>
                <a:buClrTx/>
                <a:buFontTx/>
                <a:buNone/>
                <a:defRPr/>
              </a:pPr>
              <a:r>
                <a:rPr lang="en-US" altLang="en-US" sz="1800" b="1" kern="0">
                  <a:solidFill>
                    <a:srgbClr val="000000"/>
                  </a:solidFill>
                </a:rPr>
                <a:t>A dashed line with an arrow indicates implementation of an interface.</a:t>
              </a:r>
            </a:p>
          </p:txBody>
        </p:sp>
        <p:sp>
          <p:nvSpPr>
            <p:cNvPr id="25" name="Line 11">
              <a:extLst>
                <a:ext uri="{FF2B5EF4-FFF2-40B4-BE49-F238E27FC236}">
                  <a16:creationId xmlns:a16="http://schemas.microsoft.com/office/drawing/2014/main" id="{E88D8311-630A-57D7-B5B2-E6304E14F75D}"/>
                </a:ext>
              </a:extLst>
            </p:cNvPr>
            <p:cNvSpPr>
              <a:spLocks noChangeShapeType="1"/>
            </p:cNvSpPr>
            <p:nvPr/>
          </p:nvSpPr>
          <p:spPr bwMode="auto">
            <a:xfrm flipH="1">
              <a:off x="4342733" y="2590800"/>
              <a:ext cx="611042" cy="121920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pPr eaLnBrk="1" fontAlgn="auto" hangingPunct="1">
                <a:spcBef>
                  <a:spcPts val="0"/>
                </a:spcBef>
                <a:spcAft>
                  <a:spcPts val="0"/>
                </a:spcAft>
                <a:defRPr/>
              </a:pPr>
              <a:endParaRPr lang="en-IN" sz="1800" kern="0">
                <a:solidFill>
                  <a:srgbClr val="000000"/>
                </a:solidFill>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2DC789FE-30DF-D060-5E26-8500F8CDEC4D}"/>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Polymorphism with Interfaces (1 of 3)</a:t>
            </a:r>
          </a:p>
        </p:txBody>
      </p:sp>
      <p:sp>
        <p:nvSpPr>
          <p:cNvPr id="86019" name="Rectangle 3">
            <a:extLst>
              <a:ext uri="{FF2B5EF4-FFF2-40B4-BE49-F238E27FC236}">
                <a16:creationId xmlns:a16="http://schemas.microsoft.com/office/drawing/2014/main" id="{44588EA0-9615-076B-ABC2-70D645DFD24E}"/>
              </a:ext>
            </a:extLst>
          </p:cNvPr>
          <p:cNvSpPr txBox="1">
            <a:spLocks noGrp="1" noChangeArrowheads="1"/>
          </p:cNvSpPr>
          <p:nvPr>
            <p:ph type="body" idx="1"/>
          </p:nvPr>
        </p:nvSpPr>
        <p:spPr>
          <a:xfrm>
            <a:off x="457200" y="1646238"/>
            <a:ext cx="8229600" cy="4525962"/>
          </a:xfrm>
        </p:spPr>
        <p:txBody>
          <a:bodyPr>
            <a:normAutofit fontScale="85000" lnSpcReduction="10000"/>
          </a:bodyPr>
          <a:lstStyle/>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Java allows you to create reference variables of an interface type.</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 interface reference variable can reference any object that implements that interface, regardless of its class type.</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This is another example of polymorphism.</a:t>
            </a:r>
          </a:p>
          <a:p>
            <a:pPr marL="488950" indent="-387350" eaLnBrk="1" hangingPunct="1">
              <a:lnSpc>
                <a:spcPct val="90000"/>
              </a:lnSpc>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Example:</a:t>
            </a:r>
          </a:p>
          <a:p>
            <a:pPr marL="887413" lvl="1" indent="-39846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RetailItem.java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887413" lvl="1" indent="-39846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4" action="ppaction://hlinkfile"/>
              </a:rPr>
              <a:t>CompactDisc.java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887413" lvl="1" indent="-39846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5" action="ppaction://hlinkfile"/>
              </a:rPr>
              <a:t>DvdMovie.java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887413" lvl="1" indent="-398463" eaLnBrk="1" hangingPunct="1">
              <a:lnSpc>
                <a:spcPct val="90000"/>
              </a:lnSpc>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6" action="ppaction://hlinkfile"/>
              </a:rPr>
              <a:t>PolymorphicInterfaceDemo.java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12455C28-39D5-27FF-3BA9-330C09DF6500}"/>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Polymorphism with Interfaces (2 of 3)</a:t>
            </a:r>
          </a:p>
        </p:txBody>
      </p:sp>
      <p:sp>
        <p:nvSpPr>
          <p:cNvPr id="88067" name="Rectangle 3">
            <a:extLst>
              <a:ext uri="{FF2B5EF4-FFF2-40B4-BE49-F238E27FC236}">
                <a16:creationId xmlns:a16="http://schemas.microsoft.com/office/drawing/2014/main" id="{3B82B175-1FB8-217C-99E9-B991865A5D78}"/>
              </a:ext>
            </a:extLst>
          </p:cNvPr>
          <p:cNvSpPr txBox="1">
            <a:spLocks noGrp="1" noChangeArrowheads="1"/>
          </p:cNvSpPr>
          <p:nvPr>
            <p:ph type="body" idx="1"/>
          </p:nvPr>
        </p:nvSpPr>
        <p:spPr>
          <a:xfrm>
            <a:off x="457200" y="1636713"/>
            <a:ext cx="8229600" cy="4525962"/>
          </a:xfrm>
        </p:spPr>
        <p:txBody>
          <a:bodyPr>
            <a:normAutofit fontScale="92500" lnSpcReduction="20000"/>
          </a:bodyPr>
          <a:lstStyle/>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In the example code, two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RetailItem</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reference variables,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item1</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and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item2</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are declared.</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item1</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variable references a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CompactDisc</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object and the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item2</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variable references a </a:t>
            </a:r>
            <a:r>
              <a:rPr lang="en-US" altLang="en-US">
                <a:solidFill>
                  <a:srgbClr val="000000"/>
                </a:solidFill>
                <a:latin typeface="Courier New" panose="02070309020205020404" pitchFamily="49" charset="0"/>
                <a:cs typeface="Arial" panose="020B0604020202020204" pitchFamily="34" charset="0"/>
                <a:sym typeface="Arial" panose="020B0604020202020204" pitchFamily="34" charset="0"/>
              </a:rPr>
              <a:t>DvdMovie</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 object.</a:t>
            </a:r>
          </a:p>
          <a:p>
            <a:pPr marL="488950" indent="-387350" eaLnBrk="1" hangingPunct="1">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When a class implements an interface, an inheritance relationship known as </a:t>
            </a:r>
            <a:r>
              <a:rPr lang="en-US" altLang="en-US" i="1">
                <a:solidFill>
                  <a:srgbClr val="000000"/>
                </a:solidFill>
                <a:latin typeface="Arial" panose="020B0604020202020204" pitchFamily="34" charset="0"/>
                <a:cs typeface="Arial" panose="020B0604020202020204" pitchFamily="34" charset="0"/>
                <a:sym typeface="Arial" panose="020B0604020202020204" pitchFamily="34" charset="0"/>
              </a:rPr>
              <a:t>interface inheritance </a:t>
            </a: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is established.</a:t>
            </a:r>
          </a:p>
          <a:p>
            <a:pPr marL="887413" lvl="1" indent="-398463" eaLnBrk="1" hangingPunct="1">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a </a:t>
            </a:r>
            <a:r>
              <a:rPr lang="en-US" altLang="en-US" sz="2000">
                <a:solidFill>
                  <a:srgbClr val="000000"/>
                </a:solidFill>
                <a:latin typeface="Courier New" panose="02070309020205020404" pitchFamily="49" charset="0"/>
                <a:cs typeface="Arial" panose="020B0604020202020204" pitchFamily="34" charset="0"/>
                <a:sym typeface="Arial" panose="020B0604020202020204" pitchFamily="34" charset="0"/>
              </a:rPr>
              <a:t>CompactDisc</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 object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is a </a:t>
            </a:r>
            <a:r>
              <a:rPr lang="en-US" altLang="en-US" sz="2000">
                <a:solidFill>
                  <a:srgbClr val="000000"/>
                </a:solidFill>
                <a:latin typeface="Courier New" panose="02070309020205020404" pitchFamily="49" charset="0"/>
                <a:cs typeface="Arial" panose="020B0604020202020204" pitchFamily="34" charset="0"/>
                <a:sym typeface="Arial" panose="020B0604020202020204" pitchFamily="34" charset="0"/>
              </a:rPr>
              <a:t>RetailItem</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 and</a:t>
            </a:r>
          </a:p>
          <a:p>
            <a:pPr marL="887413" lvl="1" indent="-398463" eaLnBrk="1" hangingPunct="1">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a </a:t>
            </a:r>
            <a:r>
              <a:rPr lang="en-US" altLang="en-US" sz="2000">
                <a:solidFill>
                  <a:srgbClr val="000000"/>
                </a:solidFill>
                <a:latin typeface="Courier New" panose="02070309020205020404" pitchFamily="49" charset="0"/>
                <a:cs typeface="Arial" panose="020B0604020202020204" pitchFamily="34" charset="0"/>
                <a:sym typeface="Arial" panose="020B0604020202020204" pitchFamily="34" charset="0"/>
              </a:rPr>
              <a:t>DvdMovie</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 object </a:t>
            </a:r>
            <a:r>
              <a:rPr lang="en-US" altLang="en-US" sz="2000" i="1">
                <a:solidFill>
                  <a:srgbClr val="000000"/>
                </a:solidFill>
                <a:latin typeface="Arial" panose="020B0604020202020204" pitchFamily="34" charset="0"/>
                <a:cs typeface="Arial" panose="020B0604020202020204" pitchFamily="34" charset="0"/>
                <a:sym typeface="Arial" panose="020B0604020202020204" pitchFamily="34" charset="0"/>
              </a:rPr>
              <a:t>is a </a:t>
            </a:r>
            <a:r>
              <a:rPr lang="en-US" altLang="en-US" sz="2000">
                <a:solidFill>
                  <a:srgbClr val="000000"/>
                </a:solidFill>
                <a:latin typeface="Courier New" panose="02070309020205020404" pitchFamily="49" charset="0"/>
                <a:cs typeface="Arial" panose="020B0604020202020204" pitchFamily="34" charset="0"/>
                <a:sym typeface="Arial" panose="020B0604020202020204" pitchFamily="34" charset="0"/>
              </a:rPr>
              <a:t>RetailItem</a:t>
            </a: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1741852F-DA73-32AB-2421-B22E0334EF0C}"/>
              </a:ext>
            </a:extLst>
          </p:cNvPr>
          <p:cNvSpPr txBox="1">
            <a:spLocks noGrp="1" noChangeArrowheads="1"/>
          </p:cNvSpPr>
          <p:nvPr>
            <p:ph type="title"/>
          </p:nvPr>
        </p:nvSpPr>
        <p:spPr>
          <a:xfrm>
            <a:off x="457200" y="215900"/>
            <a:ext cx="8229600" cy="1096963"/>
          </a:xfrm>
        </p:spPr>
        <p:txBody>
          <a:bodyPr>
            <a:normAutofit fontScale="90000"/>
          </a:bodyPr>
          <a:lstStyle/>
          <a:p>
            <a:pPr eaLnBrk="1" hangingPunct="1">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Polymorphism with Interfaces (3 of 3)</a:t>
            </a:r>
          </a:p>
        </p:txBody>
      </p:sp>
      <p:sp>
        <p:nvSpPr>
          <p:cNvPr id="83972" name="Rectangle 3">
            <a:extLst>
              <a:ext uri="{FF2B5EF4-FFF2-40B4-BE49-F238E27FC236}">
                <a16:creationId xmlns:a16="http://schemas.microsoft.com/office/drawing/2014/main" id="{8FA731C0-C2D8-71F9-3E28-F47F28807370}"/>
              </a:ext>
            </a:extLst>
          </p:cNvPr>
          <p:cNvSpPr>
            <a:spLocks noGrp="1" noChangeArrowheads="1"/>
          </p:cNvSpPr>
          <p:nvPr>
            <p:ph type="body" idx="1"/>
          </p:nvPr>
        </p:nvSpPr>
        <p:spPr>
          <a:xfrm>
            <a:off x="457200" y="1609725"/>
            <a:ext cx="8229600" cy="4525963"/>
          </a:xfrm>
        </p:spPr>
        <p:txBody>
          <a:bodyPr>
            <a:normAutofit fontScale="92500" lnSpcReduction="20000"/>
          </a:bodyPr>
          <a:lstStyle/>
          <a:p>
            <a:pPr marL="488950" indent="-387350" eaLnBrk="1" hangingPunct="1">
              <a:defRPr/>
            </a:pPr>
            <a:r>
              <a:rPr lang="en-US" altLang="en-US" dirty="0"/>
              <a:t>A reference to an interface can point to any class that implements that interface.</a:t>
            </a:r>
          </a:p>
          <a:p>
            <a:pPr marL="488950" indent="-387350" eaLnBrk="1" hangingPunct="1">
              <a:defRPr/>
            </a:pPr>
            <a:r>
              <a:rPr lang="en-US" altLang="en-US" dirty="0"/>
              <a:t>You cannot create an instance of an interface.</a:t>
            </a:r>
            <a:br>
              <a:rPr lang="en-US" altLang="en-US" dirty="0"/>
            </a:br>
            <a:endParaRPr lang="en-US" altLang="en-US" dirty="0"/>
          </a:p>
          <a:p>
            <a:pPr lvl="1" indent="153988" eaLnBrk="1" hangingPunct="1">
              <a:buFontTx/>
              <a:buNone/>
              <a:defRPr/>
            </a:pPr>
            <a:r>
              <a:rPr lang="en-US" altLang="en-US" sz="2000" b="1" dirty="0" err="1">
                <a:latin typeface="Courier New" panose="02070309020205020404" pitchFamily="49" charset="0"/>
              </a:rPr>
              <a:t>RetailItem</a:t>
            </a:r>
            <a:r>
              <a:rPr lang="en-US" altLang="en-US" sz="2000" b="1" dirty="0">
                <a:latin typeface="Courier New" panose="02070309020205020404" pitchFamily="49" charset="0"/>
              </a:rPr>
              <a:t> item = new </a:t>
            </a:r>
            <a:r>
              <a:rPr lang="en-US" altLang="en-US" sz="2000" b="1" dirty="0" err="1">
                <a:latin typeface="Courier New" panose="02070309020205020404" pitchFamily="49" charset="0"/>
              </a:rPr>
              <a:t>RetailItem</a:t>
            </a:r>
            <a:r>
              <a:rPr lang="en-US" altLang="en-US" sz="2000" b="1" dirty="0">
                <a:latin typeface="Courier New" panose="02070309020205020404" pitchFamily="49" charset="0"/>
              </a:rPr>
              <a:t>(); // ERROR!</a:t>
            </a:r>
          </a:p>
          <a:p>
            <a:pPr lvl="1" eaLnBrk="1" hangingPunct="1">
              <a:buFontTx/>
              <a:buNone/>
              <a:defRPr/>
            </a:pPr>
            <a:endParaRPr lang="en-US" altLang="en-US" sz="2000" b="1" dirty="0">
              <a:latin typeface="Courier New" panose="02070309020205020404" pitchFamily="49" charset="0"/>
            </a:endParaRPr>
          </a:p>
          <a:p>
            <a:pPr marL="488950" indent="-387350" eaLnBrk="1" hangingPunct="1">
              <a:defRPr/>
            </a:pPr>
            <a:r>
              <a:rPr lang="en-US" altLang="en-US" dirty="0"/>
              <a:t>When an interface variable references an object:</a:t>
            </a:r>
          </a:p>
          <a:p>
            <a:pPr marL="887413" lvl="1" indent="-398463" eaLnBrk="1" hangingPunct="1">
              <a:defRPr/>
            </a:pPr>
            <a:r>
              <a:rPr lang="en-US" altLang="en-US" sz="2000" dirty="0"/>
              <a:t>only the methods declared in the interface are available,</a:t>
            </a:r>
          </a:p>
          <a:p>
            <a:pPr marL="887413" lvl="1" indent="-398463" eaLnBrk="1" hangingPunct="1">
              <a:defRPr/>
            </a:pPr>
            <a:r>
              <a:rPr lang="en-US" altLang="en-US" sz="2000" dirty="0"/>
              <a:t>explicit type casting is required to access the other methods of an object referenced by an interface reference.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C3872006-011B-1EA2-22F4-A303D9DBF15F}"/>
              </a:ext>
            </a:extLst>
          </p:cNvPr>
          <p:cNvSpPr txBox="1">
            <a:spLocks noGrp="1" noChangeArrowheads="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Default Methods</a:t>
            </a:r>
          </a:p>
        </p:txBody>
      </p:sp>
      <p:sp>
        <p:nvSpPr>
          <p:cNvPr id="86019" name="Content Placeholder 2">
            <a:extLst>
              <a:ext uri="{FF2B5EF4-FFF2-40B4-BE49-F238E27FC236}">
                <a16:creationId xmlns:a16="http://schemas.microsoft.com/office/drawing/2014/main" id="{9C771F94-FBF4-697D-506D-960A41456010}"/>
              </a:ext>
            </a:extLst>
          </p:cNvPr>
          <p:cNvSpPr>
            <a:spLocks noGrp="1" noChangeArrowheads="1"/>
          </p:cNvSpPr>
          <p:nvPr>
            <p:ph type="body" idx="1"/>
          </p:nvPr>
        </p:nvSpPr>
        <p:spPr>
          <a:xfrm>
            <a:off x="457200" y="1609725"/>
            <a:ext cx="8229600" cy="4525963"/>
          </a:xfrm>
        </p:spPr>
        <p:txBody>
          <a:bodyPr>
            <a:normAutofit fontScale="92500" lnSpcReduction="20000"/>
          </a:bodyPr>
          <a:lstStyle/>
          <a:p>
            <a:pPr marL="488950" indent="-387350">
              <a:defRPr/>
            </a:pPr>
            <a:r>
              <a:rPr lang="en-US" altLang="en-US" dirty="0"/>
              <a:t>Beginning in Java 8, interfaces may have </a:t>
            </a:r>
            <a:r>
              <a:rPr lang="en-US" altLang="en-US" i="1" dirty="0"/>
              <a:t>default methods</a:t>
            </a:r>
            <a:r>
              <a:rPr lang="en-US" altLang="en-US" dirty="0"/>
              <a:t>.</a:t>
            </a:r>
          </a:p>
          <a:p>
            <a:pPr marL="488950" indent="-387350">
              <a:defRPr/>
            </a:pPr>
            <a:r>
              <a:rPr lang="en-US" altLang="en-US" dirty="0"/>
              <a:t>A default method is an interface method that has a body.</a:t>
            </a:r>
          </a:p>
          <a:p>
            <a:pPr marL="488950" indent="-387350">
              <a:defRPr/>
            </a:pPr>
            <a:r>
              <a:rPr lang="en-US" altLang="en-US" dirty="0"/>
              <a:t>You can add new methods to an existing interface without causing errors in the classes that already implement the interface. </a:t>
            </a:r>
          </a:p>
          <a:p>
            <a:pPr marL="488950" indent="-387350" eaLnBrk="1" hangingPunct="1">
              <a:defRPr/>
            </a:pPr>
            <a:r>
              <a:rPr lang="en-US" altLang="en-US" dirty="0"/>
              <a:t>Example:</a:t>
            </a:r>
          </a:p>
          <a:p>
            <a:pPr marL="887413" lvl="1" indent="-398463" eaLnBrk="1" hangingPunct="1">
              <a:defRPr/>
            </a:pPr>
            <a:r>
              <a:rPr lang="en-US" altLang="en-US" sz="2000" dirty="0">
                <a:hlinkClick r:id="rId2" action="ppaction://hlinkfile"/>
              </a:rPr>
              <a:t>Displayable.java</a:t>
            </a:r>
            <a:endParaRPr lang="en-US" altLang="en-US" sz="2000" dirty="0"/>
          </a:p>
          <a:p>
            <a:pPr marL="887413" lvl="1" indent="-398463" eaLnBrk="1" hangingPunct="1">
              <a:defRPr/>
            </a:pPr>
            <a:r>
              <a:rPr lang="en-US" altLang="en-US" sz="2000" dirty="0">
                <a:hlinkClick r:id="rId3" action="ppaction://hlinkfile"/>
              </a:rPr>
              <a:t>Person.java</a:t>
            </a:r>
            <a:endParaRPr lang="en-US" altLang="en-US" sz="2000" dirty="0"/>
          </a:p>
          <a:p>
            <a:pPr marL="887413" lvl="1" indent="-398463" eaLnBrk="1" hangingPunct="1">
              <a:defRPr/>
            </a:pPr>
            <a:r>
              <a:rPr lang="en-US" altLang="en-US" sz="2000" dirty="0">
                <a:hlinkClick r:id="rId4" action="ppaction://hlinkfile"/>
              </a:rPr>
              <a:t>InterfaceDemoDefaultMethod.java</a:t>
            </a:r>
            <a:endParaRPr lang="en-US" altLang="en-US" sz="2000" dirty="0"/>
          </a:p>
          <a:p>
            <a:pPr>
              <a:defRPr/>
            </a:pPr>
            <a:endParaRPr lang="en-US"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ED63FC2B-23F9-3614-31EB-967CE4B5A1C7}"/>
              </a:ext>
            </a:extLst>
          </p:cNvPr>
          <p:cNvSpPr txBox="1">
            <a:spLocks noGrp="1" noChangeArrowheads="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Anonymous Inner Classes</a:t>
            </a:r>
          </a:p>
        </p:txBody>
      </p:sp>
      <p:sp>
        <p:nvSpPr>
          <p:cNvPr id="93187" name="Content Placeholder 2">
            <a:extLst>
              <a:ext uri="{FF2B5EF4-FFF2-40B4-BE49-F238E27FC236}">
                <a16:creationId xmlns:a16="http://schemas.microsoft.com/office/drawing/2014/main" id="{161BAA55-4940-8BEB-358C-12C8A27C9965}"/>
              </a:ext>
            </a:extLst>
          </p:cNvPr>
          <p:cNvSpPr txBox="1">
            <a:spLocks noGrp="1"/>
          </p:cNvSpPr>
          <p:nvPr>
            <p:ph type="body" idx="1"/>
          </p:nvPr>
        </p:nvSpPr>
        <p:spPr>
          <a:xfrm>
            <a:off x="457200" y="1609725"/>
            <a:ext cx="8229600" cy="4525963"/>
          </a:xfrm>
        </p:spPr>
        <p:txBody>
          <a:bodyPr>
            <a:normAutofit fontScale="85000" lnSpcReduction="20000"/>
          </a:bodyPr>
          <a:lstStyle/>
          <a:p>
            <a:pPr marL="488950" indent="-387350">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 inner class is a class that is defined inside another class. </a:t>
            </a:r>
          </a:p>
          <a:p>
            <a:pPr marL="488950" indent="-387350">
              <a:spcBef>
                <a:spcPts val="1000"/>
              </a:spcBef>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 anonymous inner class is an inner class that has no name. </a:t>
            </a:r>
          </a:p>
          <a:p>
            <a:pPr marL="488950" indent="-387350">
              <a:spcBef>
                <a:spcPts val="1000"/>
              </a:spcBef>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An anonymous inner class must implement an interface, or extend another class.</a:t>
            </a:r>
          </a:p>
          <a:p>
            <a:pPr marL="488950" indent="-387350">
              <a:spcBef>
                <a:spcPts val="1000"/>
              </a:spcBef>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Useful when you need a class that is simple, and to be instantiated only once in your code. </a:t>
            </a:r>
          </a:p>
          <a:p>
            <a:pPr marL="488950" indent="-387350" eaLnBrk="1" hangingPunct="1">
              <a:spcBef>
                <a:spcPts val="1000"/>
              </a:spcBef>
              <a:buSzTx/>
              <a:buFontTx/>
              <a:buChar char="•"/>
            </a:pPr>
            <a:r>
              <a:rPr lang="en-US" altLang="en-US">
                <a:solidFill>
                  <a:srgbClr val="000000"/>
                </a:solidFill>
                <a:latin typeface="Arial" panose="020B0604020202020204" pitchFamily="34" charset="0"/>
                <a:cs typeface="Arial" panose="020B0604020202020204" pitchFamily="34" charset="0"/>
                <a:sym typeface="Arial" panose="020B0604020202020204" pitchFamily="34" charset="0"/>
              </a:rPr>
              <a:t>Example:</a:t>
            </a:r>
          </a:p>
          <a:p>
            <a:pPr marL="887413" lvl="1" indent="-398463" eaLnBrk="1" hangingPunct="1">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2" action="ppaction://hlinkfile"/>
              </a:rPr>
              <a:t>IntCalculator.java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887413" lvl="1" indent="-398463" eaLnBrk="1" hangingPunct="1">
              <a:buSzTx/>
              <a:buFontTx/>
              <a:buChar char="–"/>
            </a:pPr>
            <a:r>
              <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hlinkClick r:id="rId3" action="ppaction://hlinkfile"/>
              </a:rPr>
              <a:t>AnonymousClassDemo.java</a:t>
            </a:r>
            <a:endParaRPr lang="en-US" altLang="en-US" sz="200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9FC083A5-32CD-A428-3040-7A2B1426B24D}"/>
              </a:ext>
            </a:extLst>
          </p:cNvPr>
          <p:cNvSpPr txBox="1">
            <a:spLocks noGrp="1" noChangeArrowheads="1"/>
          </p:cNvSpPr>
          <p:nvPr>
            <p:ph type="title"/>
          </p:nvPr>
        </p:nvSpPr>
        <p:spPr>
          <a:xfrm>
            <a:off x="457200" y="223838"/>
            <a:ext cx="8229600" cy="1098550"/>
          </a:xfrm>
        </p:spPr>
        <p:txBody>
          <a:bodyPr>
            <a:normAutofit fontScale="90000"/>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Functional Interfaces and Lambda Expressions</a:t>
            </a:r>
          </a:p>
        </p:txBody>
      </p:sp>
      <p:sp>
        <p:nvSpPr>
          <p:cNvPr id="88067" name="Content Placeholder 2">
            <a:extLst>
              <a:ext uri="{FF2B5EF4-FFF2-40B4-BE49-F238E27FC236}">
                <a16:creationId xmlns:a16="http://schemas.microsoft.com/office/drawing/2014/main" id="{04D79D09-FA22-F88B-D79D-8FB34D585208}"/>
              </a:ext>
            </a:extLst>
          </p:cNvPr>
          <p:cNvSpPr>
            <a:spLocks noGrp="1" noChangeArrowheads="1"/>
          </p:cNvSpPr>
          <p:nvPr>
            <p:ph type="body" idx="1"/>
          </p:nvPr>
        </p:nvSpPr>
        <p:spPr>
          <a:xfrm>
            <a:off x="457200" y="1609725"/>
            <a:ext cx="8229600" cy="4525963"/>
          </a:xfrm>
        </p:spPr>
        <p:txBody>
          <a:bodyPr>
            <a:normAutofit fontScale="85000" lnSpcReduction="20000"/>
          </a:bodyPr>
          <a:lstStyle/>
          <a:p>
            <a:pPr marL="488950" indent="-387350">
              <a:defRPr/>
            </a:pPr>
            <a:r>
              <a:rPr lang="en-US" altLang="en-US" dirty="0"/>
              <a:t>A functional interface is an interface that has one abstract method.</a:t>
            </a:r>
          </a:p>
          <a:p>
            <a:pPr marL="488950" indent="-387350">
              <a:spcBef>
                <a:spcPts val="1000"/>
              </a:spcBef>
              <a:defRPr/>
            </a:pPr>
            <a:r>
              <a:rPr lang="en-US" altLang="en-US" dirty="0"/>
              <a:t>A lambda expression can be used to create an object that implements the interface, and overrides its abstract method. </a:t>
            </a:r>
          </a:p>
          <a:p>
            <a:pPr marL="488950" indent="-387350">
              <a:spcBef>
                <a:spcPts val="1000"/>
              </a:spcBef>
              <a:defRPr/>
            </a:pPr>
            <a:r>
              <a:rPr lang="en-US" altLang="en-US" dirty="0"/>
              <a:t>In Java 8, these features work together to simplify code, particularly in situations where you might use anonymous inner classes.</a:t>
            </a:r>
          </a:p>
          <a:p>
            <a:pPr marL="488950" indent="-387350" eaLnBrk="1" hangingPunct="1">
              <a:spcBef>
                <a:spcPts val="1000"/>
              </a:spcBef>
              <a:defRPr/>
            </a:pPr>
            <a:r>
              <a:rPr lang="en-US" altLang="en-US" dirty="0"/>
              <a:t>Example:</a:t>
            </a:r>
          </a:p>
          <a:p>
            <a:pPr marL="887413" lvl="1" indent="-398463" eaLnBrk="1" hangingPunct="1">
              <a:defRPr/>
            </a:pPr>
            <a:r>
              <a:rPr lang="en-US" altLang="en-US" sz="2000" dirty="0">
                <a:hlinkClick r:id="rId2" action="ppaction://hlinkfile"/>
              </a:rPr>
              <a:t>LambdaDemo.java</a:t>
            </a:r>
            <a:endParaRPr lang="en-US" altLang="en-US" sz="2000" dirty="0"/>
          </a:p>
          <a:p>
            <a:pPr marL="887413" lvl="1" indent="-398463" eaLnBrk="1" hangingPunct="1">
              <a:defRPr/>
            </a:pPr>
            <a:r>
              <a:rPr lang="en-US" altLang="en-US" sz="2000" dirty="0">
                <a:hlinkClick r:id="rId3" action="ppaction://hlinkfile"/>
              </a:rPr>
              <a:t>LambdaDemo2.java</a:t>
            </a:r>
            <a:endParaRPr lang="en-US" altLang="en-US" sz="2000" dirty="0"/>
          </a:p>
          <a:p>
            <a:pPr>
              <a:defRPr/>
            </a:pPr>
            <a:endParaRPr lang="en-US" altLang="en-US" dirty="0"/>
          </a:p>
          <a:p>
            <a:pPr>
              <a:defRPr/>
            </a:pPr>
            <a:endParaRPr lang="en-US" altLang="en-US"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396</TotalTime>
  <Words>4599</Words>
  <Application>Microsoft Office PowerPoint</Application>
  <PresentationFormat>On-screen Show (4:3)</PresentationFormat>
  <Paragraphs>649</Paragraphs>
  <Slides>62</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62</vt:i4>
      </vt:variant>
    </vt:vector>
  </HeadingPairs>
  <TitlesOfParts>
    <vt:vector size="70" baseType="lpstr">
      <vt:lpstr>Aptos</vt:lpstr>
      <vt:lpstr>Aptos Display</vt:lpstr>
      <vt:lpstr>Arial</vt:lpstr>
      <vt:lpstr>Courier New</vt:lpstr>
      <vt:lpstr>Helvetica</vt:lpstr>
      <vt:lpstr>Minion-Regular</vt:lpstr>
      <vt:lpstr>Times New Roman</vt:lpstr>
      <vt:lpstr>Office Theme</vt:lpstr>
      <vt:lpstr>Chapter 3. Abstraction, Encapsulation, Inheritance, Interface</vt:lpstr>
      <vt:lpstr>Contents</vt:lpstr>
      <vt:lpstr>Basic concepts of OOD</vt:lpstr>
      <vt:lpstr>Abstraction</vt:lpstr>
      <vt:lpstr>Abstraction</vt:lpstr>
      <vt:lpstr>Abstraction</vt:lpstr>
      <vt:lpstr>Abstraction</vt:lpstr>
      <vt:lpstr>Abstraction</vt:lpstr>
      <vt:lpstr>Abstraction</vt:lpstr>
      <vt:lpstr>Abstraction</vt:lpstr>
      <vt:lpstr>Abstraction</vt:lpstr>
      <vt:lpstr>OOP concepts: Encapsulation</vt:lpstr>
      <vt:lpstr>Encapsulation</vt:lpstr>
      <vt:lpstr>Encapsulation</vt:lpstr>
      <vt:lpstr>Encapsulation</vt:lpstr>
      <vt:lpstr>Getter and Setter: Encapsulation </vt:lpstr>
      <vt:lpstr>Getter and Setter: Encapsulation </vt:lpstr>
      <vt:lpstr>Getter and Setter: Abstraction </vt:lpstr>
      <vt:lpstr>PowerPoint Presentation</vt:lpstr>
      <vt:lpstr>Inheritance</vt:lpstr>
      <vt:lpstr>The “is a” Relationship (1 of 2)</vt:lpstr>
      <vt:lpstr>The “is a” Relationship (2 of 2)</vt:lpstr>
      <vt:lpstr>Inheritance</vt:lpstr>
      <vt:lpstr>The GradedActivity Example</vt:lpstr>
      <vt:lpstr>Inheritance, Fields and Methods (1 of 2)</vt:lpstr>
      <vt:lpstr>Inheritance, Fields and Methods (2 of 2)</vt:lpstr>
      <vt:lpstr>Inheritance and Constructors</vt:lpstr>
      <vt:lpstr>The Superclass’s Constructor</vt:lpstr>
      <vt:lpstr>Calling The Superclass Constructor</vt:lpstr>
      <vt:lpstr>Overriding Superclass Methods (1 of 5)</vt:lpstr>
      <vt:lpstr>Overriding Superclass Methods (2 of 5)</vt:lpstr>
      <vt:lpstr>Overriding Superclass Methods (3 of 5)</vt:lpstr>
      <vt:lpstr>Overriding Superclass Methods (4 of 5)</vt:lpstr>
      <vt:lpstr>Overriding Superclass Methods (5 of 5)</vt:lpstr>
      <vt:lpstr>Preventing a Method from Being Overridden</vt:lpstr>
      <vt:lpstr>Protected Members (1 of 2)</vt:lpstr>
      <vt:lpstr>Protected Members (2 of 2)</vt:lpstr>
      <vt:lpstr>Access Specifiers</vt:lpstr>
      <vt:lpstr>Chains of Inheritance (1 of 2)</vt:lpstr>
      <vt:lpstr>Chains of Inheritance (2 of 2)</vt:lpstr>
      <vt:lpstr>The Object Class (1 of 2)</vt:lpstr>
      <vt:lpstr>The Object Class (2 of 2)</vt:lpstr>
      <vt:lpstr>Polymorphism (1 of 4)</vt:lpstr>
      <vt:lpstr>Polymorphism (2 of 4)</vt:lpstr>
      <vt:lpstr>Polymorphism (3 of 4)</vt:lpstr>
      <vt:lpstr>Polymorphism and Dynamic Binding</vt:lpstr>
      <vt:lpstr>Polymorphism (4 of 4)</vt:lpstr>
      <vt:lpstr>Abstract Classes</vt:lpstr>
      <vt:lpstr>Abstract Methods (1 of 2)</vt:lpstr>
      <vt:lpstr>Abstract Methods (2 of 2)</vt:lpstr>
      <vt:lpstr>Interfaces (1 of 3)</vt:lpstr>
      <vt:lpstr>Interfaces (2 of 3)</vt:lpstr>
      <vt:lpstr>Interfaces (3 of 3)</vt:lpstr>
      <vt:lpstr>Fields in Interfaces</vt:lpstr>
      <vt:lpstr>Implementing Multiple Interfaces</vt:lpstr>
      <vt:lpstr>Interfaces in UML</vt:lpstr>
      <vt:lpstr>Polymorphism with Interfaces (1 of 3)</vt:lpstr>
      <vt:lpstr>Polymorphism with Interfaces (2 of 3)</vt:lpstr>
      <vt:lpstr>Polymorphism with Interfaces (3 of 3)</vt:lpstr>
      <vt:lpstr>Default Methods</vt:lpstr>
      <vt:lpstr>Anonymous Inner Classes</vt:lpstr>
      <vt:lpstr>Functional Interfaces and Lambda Expressions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Tien Nguyen</dc:creator>
  <cp:lastModifiedBy>Tien Nguyen</cp:lastModifiedBy>
  <cp:revision>1</cp:revision>
  <dcterms:created xsi:type="dcterms:W3CDTF">2024-10-23T02:08:16Z</dcterms:created>
  <dcterms:modified xsi:type="dcterms:W3CDTF">2024-11-13T01:29:22Z</dcterms:modified>
</cp:coreProperties>
</file>